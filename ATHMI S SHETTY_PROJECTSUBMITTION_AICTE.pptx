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8" r:id="rId10"/>
    <p:sldId id="262" r:id="rId11"/>
    <p:sldId id="263" r:id="rId12"/>
    <p:sldId id="264" r:id="rId13"/>
    <p:sldId id="265" r:id="rId14"/>
    <p:sldId id="266" r:id="rId15"/>
    <p:sldId id="267" r:id="rId1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n"/>
          <p:cNvSpPr txBox="1"/>
          <p:nvPr>
            <p:ph type="hdr" idx="2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7" name="Google Shape;17;n"/>
          <p:cNvSpPr txBox="1"/>
          <p:nvPr>
            <p:ph type="dt" idx="10"/>
          </p:nvPr>
        </p:nvSpPr>
        <p:spPr>
          <a:xfrm>
            <a:off x="3884613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8" name="Google Shape;18;n"/>
          <p:cNvSpPr/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" name="Google Shape;19;n"/>
          <p:cNvSpPr txBox="1"/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20" name="Google Shape;20;n"/>
          <p:cNvSpPr txBox="1"/>
          <p:nvPr>
            <p:ph type="ftr" idx="11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21" name="Google Shape;21;n"/>
          <p:cNvSpPr txBox="1"/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:notes"/>
          <p:cNvSpPr txBox="1"/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7" name="Google Shape;107;p1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:notes"/>
          <p:cNvSpPr txBox="1"/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4" name="Google Shape;114;p2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:notes"/>
          <p:cNvSpPr txBox="1"/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0" name="Google Shape;120;p3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/>
          <p:cNvSpPr txBox="1"/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6" name="Google Shape;126;p4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 txBox="1"/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2" name="Google Shape;132;p5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:notes"/>
          <p:cNvSpPr txBox="1"/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8" name="Google Shape;138;p6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7:notes"/>
          <p:cNvSpPr txBox="1"/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4" name="Google Shape;144;p7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8:notes"/>
          <p:cNvSpPr txBox="1"/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0" name="Google Shape;150;p8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9:notes"/>
          <p:cNvSpPr txBox="1"/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6" name="Google Shape;156;p9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0:notes"/>
          <p:cNvSpPr txBox="1"/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2" name="Google Shape;162;p10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1:notes"/>
          <p:cNvSpPr txBox="1"/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1" name="Google Shape;171;p11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2:notes"/>
          <p:cNvSpPr txBox="1"/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7" name="Google Shape;177;p12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"/>
          <p:cNvSpPr/>
          <p:nvPr/>
        </p:nvSpPr>
        <p:spPr>
          <a:xfrm>
            <a:off x="446534" y="3085764"/>
            <a:ext cx="11298900" cy="3338100"/>
          </a:xfrm>
          <a:prstGeom prst="rect">
            <a:avLst/>
          </a:prstGeom>
          <a:solidFill>
            <a:srgbClr val="46535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3" name="Google Shape;33;p2"/>
          <p:cNvSpPr txBox="1"/>
          <p:nvPr>
            <p:ph type="ctrTitle"/>
          </p:nvPr>
        </p:nvSpPr>
        <p:spPr>
          <a:xfrm>
            <a:off x="581191" y="1020431"/>
            <a:ext cx="10993500" cy="14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Franklin Gothic"/>
              <a:buNone/>
              <a:defRPr sz="3600">
                <a:solidFill>
                  <a:srgbClr val="3F3F3F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"/>
          <p:cNvSpPr txBox="1"/>
          <p:nvPr>
            <p:ph type="subTitle" idx="1"/>
          </p:nvPr>
        </p:nvSpPr>
        <p:spPr>
          <a:xfrm>
            <a:off x="581194" y="2495445"/>
            <a:ext cx="10993500" cy="5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 rtl="0">
              <a:lnSpc>
                <a:spcPct val="110000"/>
              </a:lnSpc>
              <a:spcBef>
                <a:spcPts val="320"/>
              </a:spcBef>
              <a:spcAft>
                <a:spcPts val="0"/>
              </a:spcAft>
              <a:buSzPts val="1472"/>
              <a:buNone/>
              <a:defRPr sz="1600" cap="none">
                <a:solidFill>
                  <a:schemeClr val="accent1"/>
                </a:solidFill>
              </a:defRPr>
            </a:lvl1pPr>
            <a:lvl2pPr lvl="1" algn="ctr" rtl="0">
              <a:spcBef>
                <a:spcPts val="600"/>
              </a:spcBef>
              <a:spcAft>
                <a:spcPts val="0"/>
              </a:spcAft>
              <a:buSzPts val="1288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600"/>
              </a:spcBef>
              <a:spcAft>
                <a:spcPts val="0"/>
              </a:spcAft>
              <a:buSzPts val="1196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600"/>
              </a:spcBef>
              <a:spcAft>
                <a:spcPts val="0"/>
              </a:spcAft>
              <a:buSzPts val="1012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600"/>
              </a:spcBef>
              <a:spcAft>
                <a:spcPts val="0"/>
              </a:spcAft>
              <a:buSzPts val="1012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600"/>
              </a:spcBef>
              <a:spcAft>
                <a:spcPts val="600"/>
              </a:spcAft>
              <a:buSzPts val="1104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2"/>
          <p:cNvSpPr txBox="1"/>
          <p:nvPr>
            <p:ph type="dt" idx="10"/>
          </p:nvPr>
        </p:nvSpPr>
        <p:spPr>
          <a:xfrm>
            <a:off x="7605951" y="6423914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"/>
          <p:cNvSpPr txBox="1"/>
          <p:nvPr>
            <p:ph type="ftr" idx="11"/>
          </p:nvPr>
        </p:nvSpPr>
        <p:spPr>
          <a:xfrm>
            <a:off x="581192" y="6423914"/>
            <a:ext cx="6917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37" name="Google Shape;37;p2"/>
          <p:cNvSpPr txBox="1"/>
          <p:nvPr>
            <p:ph type="sldNum" idx="12"/>
          </p:nvPr>
        </p:nvSpPr>
        <p:spPr>
          <a:xfrm>
            <a:off x="10558300" y="6423914"/>
            <a:ext cx="1052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"/>
          <p:cNvSpPr txBox="1"/>
          <p:nvPr>
            <p:ph type="title"/>
          </p:nvPr>
        </p:nvSpPr>
        <p:spPr>
          <a:xfrm>
            <a:off x="581192" y="702156"/>
            <a:ext cx="11029500" cy="5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type="body" idx="1"/>
          </p:nvPr>
        </p:nvSpPr>
        <p:spPr>
          <a:xfrm>
            <a:off x="581192" y="1302026"/>
            <a:ext cx="11029500" cy="467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34010" algn="l" rtl="0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4010" algn="l" rtl="0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4010" algn="l" rtl="0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4010" algn="l" rtl="0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4010" algn="l" rtl="0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4010" algn="l" rtl="0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4010" algn="l" rtl="0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4010" algn="l" rtl="0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4010" algn="l" rtl="0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41" name="Google Shape;41;p3"/>
          <p:cNvSpPr txBox="1"/>
          <p:nvPr>
            <p:ph type="dt" idx="10"/>
          </p:nvPr>
        </p:nvSpPr>
        <p:spPr>
          <a:xfrm>
            <a:off x="7605951" y="6423914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4"/>
          <p:cNvSpPr txBox="1"/>
          <p:nvPr>
            <p:ph type="title"/>
          </p:nvPr>
        </p:nvSpPr>
        <p:spPr>
          <a:xfrm>
            <a:off x="575894" y="729658"/>
            <a:ext cx="11029500" cy="5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4"/>
          <p:cNvSpPr txBox="1"/>
          <p:nvPr>
            <p:ph type="dt" idx="10"/>
          </p:nvPr>
        </p:nvSpPr>
        <p:spPr>
          <a:xfrm>
            <a:off x="7605951" y="6423914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4"/>
          <p:cNvSpPr txBox="1"/>
          <p:nvPr>
            <p:ph type="ftr" idx="11"/>
          </p:nvPr>
        </p:nvSpPr>
        <p:spPr>
          <a:xfrm>
            <a:off x="581192" y="6423914"/>
            <a:ext cx="6917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46" name="Google Shape;46;p4"/>
          <p:cNvSpPr txBox="1"/>
          <p:nvPr>
            <p:ph type="sldNum" idx="12"/>
          </p:nvPr>
        </p:nvSpPr>
        <p:spPr>
          <a:xfrm>
            <a:off x="10558300" y="6423914"/>
            <a:ext cx="1052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5"/>
          <p:cNvSpPr/>
          <p:nvPr/>
        </p:nvSpPr>
        <p:spPr>
          <a:xfrm>
            <a:off x="447817" y="5141974"/>
            <a:ext cx="11290800" cy="1258800"/>
          </a:xfrm>
          <a:prstGeom prst="rect">
            <a:avLst/>
          </a:prstGeom>
          <a:solidFill>
            <a:srgbClr val="46535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9" name="Google Shape;49;p5"/>
          <p:cNvSpPr txBox="1"/>
          <p:nvPr>
            <p:ph type="title"/>
          </p:nvPr>
        </p:nvSpPr>
        <p:spPr>
          <a:xfrm>
            <a:off x="581193" y="2393950"/>
            <a:ext cx="11029500" cy="21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Franklin Gothic"/>
              <a:buNone/>
              <a:defRPr sz="3600" b="0" cap="none">
                <a:solidFill>
                  <a:srgbClr val="3F3F3F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5"/>
          <p:cNvSpPr txBox="1"/>
          <p:nvPr>
            <p:ph type="body" idx="1"/>
          </p:nvPr>
        </p:nvSpPr>
        <p:spPr>
          <a:xfrm>
            <a:off x="581192" y="4541417"/>
            <a:ext cx="11029500" cy="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SzPts val="1656"/>
              <a:buNone/>
              <a:defRPr sz="1800" cap="none">
                <a:solidFill>
                  <a:schemeClr val="accent1"/>
                </a:solidFill>
              </a:defRPr>
            </a:lvl1pPr>
            <a:lvl2pPr marL="914400" lvl="1" indent="-228600" algn="l" rtl="0">
              <a:spcBef>
                <a:spcPts val="600"/>
              </a:spcBef>
              <a:spcAft>
                <a:spcPts val="0"/>
              </a:spcAft>
              <a:buSzPts val="1656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600"/>
              </a:spcBef>
              <a:spcAft>
                <a:spcPts val="0"/>
              </a:spcAft>
              <a:buSzPts val="1472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600"/>
              </a:spcBef>
              <a:spcAft>
                <a:spcPts val="60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1" name="Google Shape;51;p5"/>
          <p:cNvSpPr txBox="1"/>
          <p:nvPr>
            <p:ph type="dt" idx="10"/>
          </p:nvPr>
        </p:nvSpPr>
        <p:spPr>
          <a:xfrm>
            <a:off x="7605951" y="6423914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5"/>
          <p:cNvSpPr txBox="1"/>
          <p:nvPr>
            <p:ph type="ftr" idx="11"/>
          </p:nvPr>
        </p:nvSpPr>
        <p:spPr>
          <a:xfrm>
            <a:off x="581192" y="6423914"/>
            <a:ext cx="6917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53" name="Google Shape;53;p5"/>
          <p:cNvSpPr txBox="1"/>
          <p:nvPr>
            <p:ph type="sldNum" idx="12"/>
          </p:nvPr>
        </p:nvSpPr>
        <p:spPr>
          <a:xfrm>
            <a:off x="10558300" y="6423914"/>
            <a:ext cx="1052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6"/>
          <p:cNvSpPr txBox="1"/>
          <p:nvPr>
            <p:ph type="title"/>
          </p:nvPr>
        </p:nvSpPr>
        <p:spPr>
          <a:xfrm>
            <a:off x="581193" y="729658"/>
            <a:ext cx="110295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6"/>
          <p:cNvSpPr txBox="1"/>
          <p:nvPr>
            <p:ph type="body" idx="1"/>
          </p:nvPr>
        </p:nvSpPr>
        <p:spPr>
          <a:xfrm>
            <a:off x="581193" y="1391479"/>
            <a:ext cx="5194800" cy="446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34010" algn="l" rtl="0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4010" algn="l" rtl="0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4010" algn="l" rtl="0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4010" algn="l" rtl="0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4010" algn="l" rtl="0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4010" algn="l" rtl="0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4010" algn="l" rtl="0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4010" algn="l" rtl="0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4010" algn="l" rtl="0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57" name="Google Shape;57;p6"/>
          <p:cNvSpPr txBox="1"/>
          <p:nvPr>
            <p:ph type="body" idx="2"/>
          </p:nvPr>
        </p:nvSpPr>
        <p:spPr>
          <a:xfrm>
            <a:off x="6416039" y="1391479"/>
            <a:ext cx="5194800" cy="446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34010" algn="l" rtl="0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4010" algn="l" rtl="0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4010" algn="l" rtl="0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4010" algn="l" rtl="0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4010" algn="l" rtl="0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4010" algn="l" rtl="0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4010" algn="l" rtl="0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4010" algn="l" rtl="0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4010" algn="l" rtl="0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58" name="Google Shape;58;p6"/>
          <p:cNvSpPr txBox="1"/>
          <p:nvPr>
            <p:ph type="dt" idx="10"/>
          </p:nvPr>
        </p:nvSpPr>
        <p:spPr>
          <a:xfrm>
            <a:off x="7605951" y="6423914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6"/>
          <p:cNvSpPr txBox="1"/>
          <p:nvPr>
            <p:ph type="ftr" idx="11"/>
          </p:nvPr>
        </p:nvSpPr>
        <p:spPr>
          <a:xfrm>
            <a:off x="581192" y="6423914"/>
            <a:ext cx="6917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60" name="Google Shape;60;p6"/>
          <p:cNvSpPr txBox="1"/>
          <p:nvPr>
            <p:ph type="sldNum" idx="12"/>
          </p:nvPr>
        </p:nvSpPr>
        <p:spPr>
          <a:xfrm>
            <a:off x="10558300" y="6423914"/>
            <a:ext cx="1052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7"/>
          <p:cNvSpPr txBox="1"/>
          <p:nvPr>
            <p:ph type="title"/>
          </p:nvPr>
        </p:nvSpPr>
        <p:spPr>
          <a:xfrm>
            <a:off x="581193" y="729658"/>
            <a:ext cx="11029500" cy="98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7"/>
          <p:cNvSpPr txBox="1"/>
          <p:nvPr>
            <p:ph type="body" idx="1"/>
          </p:nvPr>
        </p:nvSpPr>
        <p:spPr>
          <a:xfrm>
            <a:off x="581191" y="2250891"/>
            <a:ext cx="5194800" cy="55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SzPts val="1840"/>
              <a:buNone/>
              <a:defRPr sz="2000" b="0">
                <a:solidFill>
                  <a:srgbClr val="3F3F3F"/>
                </a:solidFill>
              </a:defRPr>
            </a:lvl1pPr>
            <a:lvl2pPr marL="914400" lvl="1" indent="-228600" algn="l" rtl="0">
              <a:spcBef>
                <a:spcPts val="600"/>
              </a:spcBef>
              <a:spcAft>
                <a:spcPts val="0"/>
              </a:spcAft>
              <a:buSzPts val="1840"/>
              <a:buNone/>
              <a:defRPr sz="2000" b="1"/>
            </a:lvl2pPr>
            <a:lvl3pPr marL="1371600" lvl="2" indent="-228600" algn="l" rtl="0">
              <a:spcBef>
                <a:spcPts val="600"/>
              </a:spcBef>
              <a:spcAft>
                <a:spcPts val="0"/>
              </a:spcAft>
              <a:buSzPts val="1656"/>
              <a:buNone/>
              <a:defRPr sz="1800" b="1"/>
            </a:lvl3pPr>
            <a:lvl4pPr marL="1828800" lvl="3" indent="-228600" algn="l" rtl="0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4pPr>
            <a:lvl5pPr marL="2286000" lvl="4" indent="-228600" algn="l" rtl="0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5pPr>
            <a:lvl6pPr marL="2743200" lvl="5" indent="-228600" algn="l" rtl="0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6pPr>
            <a:lvl7pPr marL="3200400" lvl="6" indent="-228600" algn="l" rtl="0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7pPr>
            <a:lvl8pPr marL="3657600" lvl="7" indent="-228600" algn="l" rtl="0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8pPr>
            <a:lvl9pPr marL="4114800" lvl="8" indent="-228600" algn="l" rtl="0">
              <a:spcBef>
                <a:spcPts val="600"/>
              </a:spcBef>
              <a:spcAft>
                <a:spcPts val="600"/>
              </a:spcAft>
              <a:buSzPts val="1472"/>
              <a:buNone/>
              <a:defRPr sz="1600" b="1"/>
            </a:lvl9pPr>
          </a:lstStyle>
          <a:p/>
        </p:txBody>
      </p:sp>
      <p:sp>
        <p:nvSpPr>
          <p:cNvPr id="64" name="Google Shape;64;p7"/>
          <p:cNvSpPr txBox="1"/>
          <p:nvPr>
            <p:ph type="body" idx="2"/>
          </p:nvPr>
        </p:nvSpPr>
        <p:spPr>
          <a:xfrm>
            <a:off x="581194" y="2926052"/>
            <a:ext cx="5194800" cy="29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4010" algn="l" rtl="0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4010" algn="l" rtl="0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4010" algn="l" rtl="0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4010" algn="l" rtl="0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4010" algn="l" rtl="0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4010" algn="l" rtl="0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4010" algn="l" rtl="0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4010" algn="l" rtl="0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4010" algn="l" rtl="0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65" name="Google Shape;65;p7"/>
          <p:cNvSpPr txBox="1"/>
          <p:nvPr>
            <p:ph type="body" idx="3"/>
          </p:nvPr>
        </p:nvSpPr>
        <p:spPr>
          <a:xfrm>
            <a:off x="6416039" y="2250892"/>
            <a:ext cx="5194800" cy="55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40"/>
              <a:buFont typeface="Noto Sans Symbols"/>
              <a:buNone/>
              <a:defRPr sz="2000" b="0">
                <a:solidFill>
                  <a:srgbClr val="3F3F3F"/>
                </a:solidFill>
              </a:defRPr>
            </a:lvl1pPr>
            <a:lvl2pPr marL="914400" lvl="1" indent="-228600" algn="l" rtl="0">
              <a:spcBef>
                <a:spcPts val="600"/>
              </a:spcBef>
              <a:spcAft>
                <a:spcPts val="0"/>
              </a:spcAft>
              <a:buSzPts val="1840"/>
              <a:buNone/>
              <a:defRPr sz="2000" b="1"/>
            </a:lvl2pPr>
            <a:lvl3pPr marL="1371600" lvl="2" indent="-228600" algn="l" rtl="0">
              <a:spcBef>
                <a:spcPts val="600"/>
              </a:spcBef>
              <a:spcAft>
                <a:spcPts val="0"/>
              </a:spcAft>
              <a:buSzPts val="1656"/>
              <a:buNone/>
              <a:defRPr sz="1800" b="1"/>
            </a:lvl3pPr>
            <a:lvl4pPr marL="1828800" lvl="3" indent="-228600" algn="l" rtl="0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4pPr>
            <a:lvl5pPr marL="2286000" lvl="4" indent="-228600" algn="l" rtl="0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5pPr>
            <a:lvl6pPr marL="2743200" lvl="5" indent="-228600" algn="l" rtl="0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6pPr>
            <a:lvl7pPr marL="3200400" lvl="6" indent="-228600" algn="l" rtl="0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7pPr>
            <a:lvl8pPr marL="3657600" lvl="7" indent="-228600" algn="l" rtl="0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8pPr>
            <a:lvl9pPr marL="4114800" lvl="8" indent="-228600" algn="l" rtl="0">
              <a:spcBef>
                <a:spcPts val="600"/>
              </a:spcBef>
              <a:spcAft>
                <a:spcPts val="600"/>
              </a:spcAft>
              <a:buSzPts val="1472"/>
              <a:buNone/>
              <a:defRPr sz="1600" b="1"/>
            </a:lvl9pPr>
          </a:lstStyle>
          <a:p/>
        </p:txBody>
      </p:sp>
      <p:sp>
        <p:nvSpPr>
          <p:cNvPr id="66" name="Google Shape;66;p7"/>
          <p:cNvSpPr txBox="1"/>
          <p:nvPr>
            <p:ph type="body" idx="4"/>
          </p:nvPr>
        </p:nvSpPr>
        <p:spPr>
          <a:xfrm>
            <a:off x="6416037" y="2926052"/>
            <a:ext cx="5194800" cy="29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4010" algn="l" rtl="0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4010" algn="l" rtl="0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4010" algn="l" rtl="0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4010" algn="l" rtl="0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4010" algn="l" rtl="0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4010" algn="l" rtl="0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4010" algn="l" rtl="0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4010" algn="l" rtl="0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4010" algn="l" rtl="0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67" name="Google Shape;67;p7"/>
          <p:cNvSpPr txBox="1"/>
          <p:nvPr>
            <p:ph type="dt" idx="10"/>
          </p:nvPr>
        </p:nvSpPr>
        <p:spPr>
          <a:xfrm>
            <a:off x="7605951" y="6423914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type="ftr" idx="11"/>
          </p:nvPr>
        </p:nvSpPr>
        <p:spPr>
          <a:xfrm>
            <a:off x="581192" y="6423914"/>
            <a:ext cx="6917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69" name="Google Shape;69;p7"/>
          <p:cNvSpPr txBox="1"/>
          <p:nvPr>
            <p:ph type="sldNum" idx="12"/>
          </p:nvPr>
        </p:nvSpPr>
        <p:spPr>
          <a:xfrm>
            <a:off x="10558300" y="6423914"/>
            <a:ext cx="1052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8"/>
          <p:cNvSpPr txBox="1"/>
          <p:nvPr>
            <p:ph type="dt" idx="10"/>
          </p:nvPr>
        </p:nvSpPr>
        <p:spPr>
          <a:xfrm>
            <a:off x="7605951" y="6423914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8"/>
          <p:cNvSpPr txBox="1"/>
          <p:nvPr>
            <p:ph type="ftr" idx="11"/>
          </p:nvPr>
        </p:nvSpPr>
        <p:spPr>
          <a:xfrm>
            <a:off x="581192" y="6423914"/>
            <a:ext cx="6917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73" name="Google Shape;73;p8"/>
          <p:cNvSpPr txBox="1"/>
          <p:nvPr>
            <p:ph type="sldNum" idx="12"/>
          </p:nvPr>
        </p:nvSpPr>
        <p:spPr>
          <a:xfrm>
            <a:off x="10558300" y="6423914"/>
            <a:ext cx="1052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9"/>
          <p:cNvSpPr/>
          <p:nvPr/>
        </p:nvSpPr>
        <p:spPr>
          <a:xfrm>
            <a:off x="447817" y="601200"/>
            <a:ext cx="3682800" cy="5815500"/>
          </a:xfrm>
          <a:prstGeom prst="rect">
            <a:avLst/>
          </a:prstGeom>
          <a:solidFill>
            <a:srgbClr val="46535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6" name="Google Shape;76;p9"/>
          <p:cNvSpPr txBox="1"/>
          <p:nvPr>
            <p:ph type="title"/>
          </p:nvPr>
        </p:nvSpPr>
        <p:spPr>
          <a:xfrm>
            <a:off x="767857" y="933450"/>
            <a:ext cx="3031800" cy="17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Franklin Gothic"/>
              <a:buNone/>
              <a:defRPr sz="2400" b="0">
                <a:solidFill>
                  <a:srgbClr val="FFFFFF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9"/>
          <p:cNvSpPr txBox="1"/>
          <p:nvPr>
            <p:ph type="body" idx="1"/>
          </p:nvPr>
        </p:nvSpPr>
        <p:spPr>
          <a:xfrm>
            <a:off x="4900928" y="1179829"/>
            <a:ext cx="6651000" cy="46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4544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SzPts val="1840"/>
              <a:buChar char="◼"/>
              <a:defRPr sz="2000">
                <a:solidFill>
                  <a:schemeClr val="dk2"/>
                </a:solidFill>
              </a:defRPr>
            </a:lvl1pPr>
            <a:lvl2pPr marL="914400" lvl="1" indent="-334010" algn="l" rtl="0">
              <a:spcBef>
                <a:spcPts val="600"/>
              </a:spcBef>
              <a:spcAft>
                <a:spcPts val="0"/>
              </a:spcAft>
              <a:buSzPts val="1656"/>
              <a:buChar char="◼"/>
              <a:defRPr sz="1800">
                <a:solidFill>
                  <a:schemeClr val="dk2"/>
                </a:solidFill>
              </a:defRPr>
            </a:lvl2pPr>
            <a:lvl3pPr marL="1371600" lvl="2" indent="-321945" algn="l" rtl="0">
              <a:spcBef>
                <a:spcPts val="600"/>
              </a:spcBef>
              <a:spcAft>
                <a:spcPts val="0"/>
              </a:spcAft>
              <a:buSzPts val="1472"/>
              <a:buChar char="◼"/>
              <a:defRPr sz="1600">
                <a:solidFill>
                  <a:schemeClr val="dk2"/>
                </a:solidFill>
              </a:defRPr>
            </a:lvl3pPr>
            <a:lvl4pPr marL="1828800" lvl="3" indent="-310515" algn="l" rtl="0"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4pPr>
            <a:lvl5pPr marL="2286000" lvl="4" indent="-310515" algn="l" rtl="0"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5pPr>
            <a:lvl6pPr marL="2743200" lvl="5" indent="-310515" algn="l" rtl="0"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6pPr>
            <a:lvl7pPr marL="3200400" lvl="6" indent="-310515" algn="l" rtl="0"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7pPr>
            <a:lvl8pPr marL="3657600" lvl="7" indent="-310515" algn="l" rtl="0"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8pPr>
            <a:lvl9pPr marL="4114800" lvl="8" indent="-310515" algn="l" rtl="0">
              <a:spcBef>
                <a:spcPts val="600"/>
              </a:spcBef>
              <a:spcAft>
                <a:spcPts val="60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" name="Google Shape;78;p9"/>
          <p:cNvSpPr txBox="1"/>
          <p:nvPr>
            <p:ph type="body" idx="2"/>
          </p:nvPr>
        </p:nvSpPr>
        <p:spPr>
          <a:xfrm>
            <a:off x="767857" y="2836654"/>
            <a:ext cx="3031800" cy="300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110000"/>
              </a:lnSpc>
              <a:spcBef>
                <a:spcPts val="320"/>
              </a:spcBef>
              <a:spcAft>
                <a:spcPts val="0"/>
              </a:spcAft>
              <a:buSzPts val="1472"/>
              <a:buNone/>
              <a:defRPr sz="1600">
                <a:solidFill>
                  <a:srgbClr val="FFFFFF"/>
                </a:solidFill>
              </a:defRPr>
            </a:lvl1pPr>
            <a:lvl2pPr marL="914400" lvl="1" indent="-228600" algn="l" rtl="0">
              <a:spcBef>
                <a:spcPts val="600"/>
              </a:spcBef>
              <a:spcAft>
                <a:spcPts val="0"/>
              </a:spcAft>
              <a:buSzPts val="1012"/>
              <a:buNone/>
              <a:defRPr sz="1100"/>
            </a:lvl2pPr>
            <a:lvl3pPr marL="1371600" lvl="2" indent="-228600" algn="l" rtl="0">
              <a:spcBef>
                <a:spcPts val="600"/>
              </a:spcBef>
              <a:spcAft>
                <a:spcPts val="0"/>
              </a:spcAft>
              <a:buSzPts val="920"/>
              <a:buNone/>
              <a:defRPr sz="1000"/>
            </a:lvl3pPr>
            <a:lvl4pPr marL="1828800" lvl="3" indent="-228600" algn="l" rtl="0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4pPr>
            <a:lvl5pPr marL="2286000" lvl="4" indent="-228600" algn="l" rtl="0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5pPr>
            <a:lvl6pPr marL="2743200" lvl="5" indent="-228600" algn="l" rtl="0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6pPr>
            <a:lvl7pPr marL="3200400" lvl="6" indent="-228600" algn="l" rtl="0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7pPr>
            <a:lvl8pPr marL="3657600" lvl="7" indent="-228600" algn="l" rtl="0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8pPr>
            <a:lvl9pPr marL="4114800" lvl="8" indent="-228600" algn="l" rtl="0">
              <a:spcBef>
                <a:spcPts val="600"/>
              </a:spcBef>
              <a:spcAft>
                <a:spcPts val="600"/>
              </a:spcAft>
              <a:buSzPts val="828"/>
              <a:buNone/>
              <a:defRPr sz="900"/>
            </a:lvl9pPr>
          </a:lstStyle>
          <a:p/>
        </p:txBody>
      </p:sp>
      <p:sp>
        <p:nvSpPr>
          <p:cNvPr id="79" name="Google Shape;79;p9"/>
          <p:cNvSpPr txBox="1"/>
          <p:nvPr>
            <p:ph type="dt" idx="10"/>
          </p:nvPr>
        </p:nvSpPr>
        <p:spPr>
          <a:xfrm>
            <a:off x="7605951" y="6456916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9"/>
          <p:cNvSpPr txBox="1"/>
          <p:nvPr>
            <p:ph type="ftr" idx="11"/>
          </p:nvPr>
        </p:nvSpPr>
        <p:spPr>
          <a:xfrm>
            <a:off x="581192" y="6452590"/>
            <a:ext cx="6917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81" name="Google Shape;81;p9"/>
          <p:cNvSpPr txBox="1"/>
          <p:nvPr>
            <p:ph type="sldNum" idx="12"/>
          </p:nvPr>
        </p:nvSpPr>
        <p:spPr>
          <a:xfrm>
            <a:off x="10558300" y="6456916"/>
            <a:ext cx="1052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0"/>
          <p:cNvSpPr txBox="1"/>
          <p:nvPr>
            <p:ph type="title"/>
          </p:nvPr>
        </p:nvSpPr>
        <p:spPr>
          <a:xfrm>
            <a:off x="581193" y="4693389"/>
            <a:ext cx="110295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Franklin Gothic"/>
              <a:buNone/>
              <a:defRPr sz="2400" b="0">
                <a:solidFill>
                  <a:srgbClr val="3F3F3F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0"/>
          <p:cNvSpPr/>
          <p:nvPr>
            <p:ph type="pic" idx="2"/>
          </p:nvPr>
        </p:nvSpPr>
        <p:spPr>
          <a:xfrm>
            <a:off x="447817" y="641350"/>
            <a:ext cx="11290800" cy="3651300"/>
          </a:xfrm>
          <a:prstGeom prst="rect">
            <a:avLst/>
          </a:prstGeom>
          <a:noFill/>
          <a:ln>
            <a:noFill/>
          </a:ln>
        </p:spPr>
      </p:sp>
      <p:sp>
        <p:nvSpPr>
          <p:cNvPr id="85" name="Google Shape;85;p10"/>
          <p:cNvSpPr txBox="1"/>
          <p:nvPr>
            <p:ph type="body" idx="1"/>
          </p:nvPr>
        </p:nvSpPr>
        <p:spPr>
          <a:xfrm>
            <a:off x="581192" y="5260127"/>
            <a:ext cx="11029500" cy="99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110000"/>
              </a:lnSpc>
              <a:spcBef>
                <a:spcPts val="320"/>
              </a:spcBef>
              <a:spcAft>
                <a:spcPts val="0"/>
              </a:spcAft>
              <a:buSzPts val="1472"/>
              <a:buNone/>
              <a:defRPr sz="1600"/>
            </a:lvl1pPr>
            <a:lvl2pPr marL="914400" lvl="1" indent="-228600" algn="l" rtl="0">
              <a:spcBef>
                <a:spcPts val="600"/>
              </a:spcBef>
              <a:spcAft>
                <a:spcPts val="0"/>
              </a:spcAft>
              <a:buSzPts val="1104"/>
              <a:buNone/>
              <a:defRPr sz="1200"/>
            </a:lvl2pPr>
            <a:lvl3pPr marL="1371600" lvl="2" indent="-228600" algn="l" rtl="0">
              <a:spcBef>
                <a:spcPts val="600"/>
              </a:spcBef>
              <a:spcAft>
                <a:spcPts val="0"/>
              </a:spcAft>
              <a:buSzPts val="920"/>
              <a:buNone/>
              <a:defRPr sz="1000"/>
            </a:lvl3pPr>
            <a:lvl4pPr marL="1828800" lvl="3" indent="-228600" algn="l" rtl="0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4pPr>
            <a:lvl5pPr marL="2286000" lvl="4" indent="-228600" algn="l" rtl="0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5pPr>
            <a:lvl6pPr marL="2743200" lvl="5" indent="-228600" algn="l" rtl="0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6pPr>
            <a:lvl7pPr marL="3200400" lvl="6" indent="-228600" algn="l" rtl="0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7pPr>
            <a:lvl8pPr marL="3657600" lvl="7" indent="-228600" algn="l" rtl="0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8pPr>
            <a:lvl9pPr marL="4114800" lvl="8" indent="-228600" algn="l" rtl="0">
              <a:spcBef>
                <a:spcPts val="600"/>
              </a:spcBef>
              <a:spcAft>
                <a:spcPts val="600"/>
              </a:spcAft>
              <a:buSzPts val="828"/>
              <a:buNone/>
              <a:defRPr sz="900"/>
            </a:lvl9pPr>
          </a:lstStyle>
          <a:p/>
        </p:txBody>
      </p:sp>
      <p:sp>
        <p:nvSpPr>
          <p:cNvPr id="86" name="Google Shape;86;p10"/>
          <p:cNvSpPr txBox="1"/>
          <p:nvPr>
            <p:ph type="dt" idx="10"/>
          </p:nvPr>
        </p:nvSpPr>
        <p:spPr>
          <a:xfrm>
            <a:off x="7605951" y="6423914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0"/>
          <p:cNvSpPr txBox="1"/>
          <p:nvPr>
            <p:ph type="ftr" idx="11"/>
          </p:nvPr>
        </p:nvSpPr>
        <p:spPr>
          <a:xfrm>
            <a:off x="581192" y="6423914"/>
            <a:ext cx="6917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88" name="Google Shape;88;p10"/>
          <p:cNvSpPr txBox="1"/>
          <p:nvPr>
            <p:ph type="sldNum" idx="12"/>
          </p:nvPr>
        </p:nvSpPr>
        <p:spPr>
          <a:xfrm>
            <a:off x="10558300" y="6423914"/>
            <a:ext cx="1052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1"/>
          <p:cNvSpPr txBox="1"/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1"/>
          <p:cNvSpPr txBox="1"/>
          <p:nvPr>
            <p:ph type="body" idx="1"/>
          </p:nvPr>
        </p:nvSpPr>
        <p:spPr>
          <a:xfrm rot="5400000">
            <a:off x="3809608" y="-1813102"/>
            <a:ext cx="4572900" cy="110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7660" algn="l" rtl="0">
              <a:lnSpc>
                <a:spcPct val="110000"/>
              </a:lnSpc>
              <a:spcBef>
                <a:spcPts val="340"/>
              </a:spcBef>
              <a:spcAft>
                <a:spcPts val="0"/>
              </a:spcAft>
              <a:buSzPts val="1564"/>
              <a:buChar char="◼"/>
              <a:defRPr/>
            </a:lvl1pPr>
            <a:lvl2pPr marL="914400" lvl="1" indent="-310515" algn="l" rtl="0">
              <a:spcBef>
                <a:spcPts val="600"/>
              </a:spcBef>
              <a:spcAft>
                <a:spcPts val="0"/>
              </a:spcAft>
              <a:buSzPts val="1288"/>
              <a:buChar char="◼"/>
              <a:defRPr/>
            </a:lvl2pPr>
            <a:lvl3pPr marL="1371600" lvl="2" indent="-304800" algn="l" rtl="0">
              <a:spcBef>
                <a:spcPts val="600"/>
              </a:spcBef>
              <a:spcAft>
                <a:spcPts val="0"/>
              </a:spcAft>
              <a:buSzPts val="1196"/>
              <a:buChar char="◼"/>
              <a:defRPr/>
            </a:lvl3pPr>
            <a:lvl4pPr marL="1828800" lvl="3" indent="-292735" algn="l" rtl="0">
              <a:spcBef>
                <a:spcPts val="600"/>
              </a:spcBef>
              <a:spcAft>
                <a:spcPts val="0"/>
              </a:spcAft>
              <a:buSzPts val="1012"/>
              <a:buChar char="◼"/>
              <a:defRPr/>
            </a:lvl4pPr>
            <a:lvl5pPr marL="2286000" lvl="4" indent="-292735" algn="l" rtl="0">
              <a:spcBef>
                <a:spcPts val="600"/>
              </a:spcBef>
              <a:spcAft>
                <a:spcPts val="0"/>
              </a:spcAft>
              <a:buSzPts val="1012"/>
              <a:buChar char="◼"/>
              <a:defRPr/>
            </a:lvl5pPr>
            <a:lvl6pPr marL="2743200" lvl="5" indent="-334010" algn="l" rtl="0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4010" algn="l" rtl="0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4010" algn="l" rtl="0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4010" algn="l" rtl="0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92" name="Google Shape;92;p11"/>
          <p:cNvSpPr txBox="1"/>
          <p:nvPr>
            <p:ph type="dt" idx="10"/>
          </p:nvPr>
        </p:nvSpPr>
        <p:spPr>
          <a:xfrm>
            <a:off x="7605951" y="6423914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1"/>
          <p:cNvSpPr txBox="1"/>
          <p:nvPr>
            <p:ph type="ftr" idx="11"/>
          </p:nvPr>
        </p:nvSpPr>
        <p:spPr>
          <a:xfrm>
            <a:off x="581192" y="6423914"/>
            <a:ext cx="6917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94" name="Google Shape;94;p11"/>
          <p:cNvSpPr txBox="1"/>
          <p:nvPr>
            <p:ph type="sldNum" idx="12"/>
          </p:nvPr>
        </p:nvSpPr>
        <p:spPr>
          <a:xfrm>
            <a:off x="10558300" y="6423914"/>
            <a:ext cx="1052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showMasterSp="0" matchingName="Vertical Title and Text">
  <p:cSld name="VERTICAL_TITLE_AND_VERTICAL_TEXT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2"/>
          <p:cNvSpPr/>
          <p:nvPr/>
        </p:nvSpPr>
        <p:spPr>
          <a:xfrm>
            <a:off x="8058151" y="599725"/>
            <a:ext cx="3687300" cy="5817000"/>
          </a:xfrm>
          <a:prstGeom prst="rect">
            <a:avLst/>
          </a:prstGeom>
          <a:solidFill>
            <a:srgbClr val="46535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7" name="Google Shape;97;p12"/>
          <p:cNvSpPr txBox="1"/>
          <p:nvPr>
            <p:ph type="title"/>
          </p:nvPr>
        </p:nvSpPr>
        <p:spPr>
          <a:xfrm rot="5400000">
            <a:off x="7362700" y="1705100"/>
            <a:ext cx="4807200" cy="312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Franklin Gothic"/>
              <a:buNone/>
              <a:defRPr>
                <a:solidFill>
                  <a:srgbClr val="FFFFFF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2"/>
          <p:cNvSpPr txBox="1"/>
          <p:nvPr>
            <p:ph type="body" idx="1"/>
          </p:nvPr>
        </p:nvSpPr>
        <p:spPr>
          <a:xfrm rot="5400000">
            <a:off x="1952148" y="-313600"/>
            <a:ext cx="4807200" cy="71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4010" algn="l" rtl="0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4010" algn="l" rtl="0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4010" algn="l" rtl="0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4010" algn="l" rtl="0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4010" algn="l" rtl="0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4010" algn="l" rtl="0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4010" algn="l" rtl="0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4010" algn="l" rtl="0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4010" algn="l" rtl="0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99" name="Google Shape;99;p12"/>
          <p:cNvSpPr/>
          <p:nvPr/>
        </p:nvSpPr>
        <p:spPr>
          <a:xfrm>
            <a:off x="446534" y="457200"/>
            <a:ext cx="3703200" cy="95100"/>
          </a:xfrm>
          <a:prstGeom prst="rect">
            <a:avLst/>
          </a:prstGeom>
          <a:solidFill>
            <a:srgbClr val="969FA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0" name="Google Shape;100;p12"/>
          <p:cNvSpPr/>
          <p:nvPr/>
        </p:nvSpPr>
        <p:spPr>
          <a:xfrm>
            <a:off x="8042147" y="453643"/>
            <a:ext cx="3703200" cy="98700"/>
          </a:xfrm>
          <a:prstGeom prst="rect">
            <a:avLst/>
          </a:prstGeom>
          <a:solidFill>
            <a:srgbClr val="46535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1" name="Google Shape;101;p12"/>
          <p:cNvSpPr/>
          <p:nvPr/>
        </p:nvSpPr>
        <p:spPr>
          <a:xfrm>
            <a:off x="4241830" y="457200"/>
            <a:ext cx="3703200" cy="91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2" name="Google Shape;102;p12"/>
          <p:cNvSpPr txBox="1"/>
          <p:nvPr>
            <p:ph type="dt" idx="10"/>
          </p:nvPr>
        </p:nvSpPr>
        <p:spPr>
          <a:xfrm>
            <a:off x="7605951" y="6423914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12"/>
          <p:cNvSpPr txBox="1"/>
          <p:nvPr>
            <p:ph type="ftr" idx="11"/>
          </p:nvPr>
        </p:nvSpPr>
        <p:spPr>
          <a:xfrm>
            <a:off x="581192" y="6423914"/>
            <a:ext cx="6917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104" name="Google Shape;104;p12"/>
          <p:cNvSpPr txBox="1"/>
          <p:nvPr>
            <p:ph type="sldNum" idx="12"/>
          </p:nvPr>
        </p:nvSpPr>
        <p:spPr>
          <a:xfrm>
            <a:off x="10558300" y="6423914"/>
            <a:ext cx="1052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"/>
          <p:cNvSpPr txBox="1"/>
          <p:nvPr>
            <p:ph type="title"/>
          </p:nvPr>
        </p:nvSpPr>
        <p:spPr>
          <a:xfrm>
            <a:off x="581192" y="705124"/>
            <a:ext cx="11029500" cy="5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Franklin Gothic"/>
              <a:buNone/>
              <a:defRPr sz="2800" b="0" i="0" u="none" strike="noStrike" cap="none">
                <a:solidFill>
                  <a:srgbClr val="3F3F3F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4" name="Google Shape;24;p1"/>
          <p:cNvSpPr txBox="1"/>
          <p:nvPr>
            <p:ph type="body" idx="1"/>
          </p:nvPr>
        </p:nvSpPr>
        <p:spPr>
          <a:xfrm>
            <a:off x="581192" y="1415198"/>
            <a:ext cx="11029500" cy="457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327660" algn="l" rtl="0">
              <a:lnSpc>
                <a:spcPct val="110000"/>
              </a:lnSpc>
              <a:spcBef>
                <a:spcPts val="340"/>
              </a:spcBef>
              <a:spcAft>
                <a:spcPts val="0"/>
              </a:spcAft>
              <a:buClr>
                <a:schemeClr val="accent1"/>
              </a:buClr>
              <a:buSzPts val="1564"/>
              <a:buFont typeface="Noto Sans Symbols"/>
              <a:buChar char="◼"/>
              <a:defRPr sz="17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marR="0" lvl="1" indent="-310515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88"/>
              <a:buFont typeface="Noto Sans Symbols"/>
              <a:buChar char="◼"/>
              <a:defRPr sz="14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1371600" marR="0" lvl="2" indent="-304800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196"/>
              <a:buFont typeface="Noto Sans Symbols"/>
              <a:buChar char="◼"/>
              <a:defRPr sz="13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1828800" marR="0" lvl="3" indent="-292735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012"/>
              <a:buFont typeface="Noto Sans Symbols"/>
              <a:buChar char="◼"/>
              <a:defRPr sz="11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2286000" marR="0" lvl="4" indent="-292735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012"/>
              <a:buFont typeface="Noto Sans Symbols"/>
              <a:buChar char="◼"/>
              <a:defRPr sz="11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2743200" marR="0" lvl="5" indent="-298450" algn="l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3200400" marR="0" lvl="6" indent="-298450" algn="l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3657600" marR="0" lvl="7" indent="-298450" algn="l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4114800" marR="0" lvl="8" indent="-298450" algn="l" rtl="0"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25" name="Google Shape;25;p1"/>
          <p:cNvSpPr txBox="1"/>
          <p:nvPr>
            <p:ph type="dt" idx="10"/>
          </p:nvPr>
        </p:nvSpPr>
        <p:spPr>
          <a:xfrm>
            <a:off x="7605951" y="6423914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26" name="Google Shape;26;p1"/>
          <p:cNvSpPr txBox="1"/>
          <p:nvPr>
            <p:ph type="sldNum" idx="12"/>
          </p:nvPr>
        </p:nvSpPr>
        <p:spPr>
          <a:xfrm>
            <a:off x="10558300" y="6423914"/>
            <a:ext cx="1052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sp>
        <p:nvSpPr>
          <p:cNvPr id="27" name="Google Shape;27;p1"/>
          <p:cNvSpPr/>
          <p:nvPr/>
        </p:nvSpPr>
        <p:spPr>
          <a:xfrm>
            <a:off x="446534" y="457200"/>
            <a:ext cx="3703200" cy="95100"/>
          </a:xfrm>
          <a:prstGeom prst="rect">
            <a:avLst/>
          </a:prstGeom>
          <a:solidFill>
            <a:srgbClr val="46535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8" name="Google Shape;28;p1"/>
          <p:cNvSpPr/>
          <p:nvPr/>
        </p:nvSpPr>
        <p:spPr>
          <a:xfrm>
            <a:off x="8042147" y="453643"/>
            <a:ext cx="3703200" cy="98700"/>
          </a:xfrm>
          <a:prstGeom prst="rect">
            <a:avLst/>
          </a:prstGeom>
          <a:solidFill>
            <a:srgbClr val="969FA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9" name="Google Shape;29;p1"/>
          <p:cNvSpPr/>
          <p:nvPr/>
        </p:nvSpPr>
        <p:spPr>
          <a:xfrm>
            <a:off x="4241830" y="457200"/>
            <a:ext cx="3703200" cy="91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30" name="Google Shape;30;p1" descr="Logo&#10;&#10;Description automatically generated"/>
          <p:cNvPicPr preferRelativeResize="0"/>
          <p:nvPr/>
        </p:nvPicPr>
        <p:blipFill rotWithShape="1">
          <a:blip r:embed="rId12"/>
          <a:srcRect/>
          <a:stretch>
            <a:fillRect/>
          </a:stretch>
        </p:blipFill>
        <p:spPr>
          <a:xfrm>
            <a:off x="10485003" y="6437910"/>
            <a:ext cx="1125804" cy="365126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3"/>
          <p:cNvSpPr txBox="1"/>
          <p:nvPr>
            <p:ph type="ctrTitle"/>
          </p:nvPr>
        </p:nvSpPr>
        <p:spPr>
          <a:xfrm>
            <a:off x="1359108" y="1821635"/>
            <a:ext cx="9144000" cy="97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 panose="020B0604020202020204"/>
              <a:buNone/>
            </a:pPr>
            <a:r>
              <a:rPr lang="en-US" b="1">
                <a:solidFill>
                  <a:schemeClr val="accen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AI powered Resume and Portfolio Builder for Students</a:t>
            </a:r>
            <a:endParaRPr lang="en-US" b="1">
              <a:solidFill>
                <a:schemeClr val="accen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10" name="Google Shape;110;p13"/>
          <p:cNvSpPr txBox="1"/>
          <p:nvPr/>
        </p:nvSpPr>
        <p:spPr>
          <a:xfrm>
            <a:off x="-329782" y="1034321"/>
            <a:ext cx="127266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1482AB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CAPSTONE PROJECT</a:t>
            </a:r>
            <a:endParaRPr lang="en-US" sz="3200" b="1" i="0" u="none" strike="noStrike" cap="none">
              <a:solidFill>
                <a:srgbClr val="1482AB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11" name="Google Shape;111;p13"/>
          <p:cNvSpPr txBox="1"/>
          <p:nvPr/>
        </p:nvSpPr>
        <p:spPr>
          <a:xfrm>
            <a:off x="3202196" y="4058588"/>
            <a:ext cx="7980300" cy="1628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1482AB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Presented By:</a:t>
            </a:r>
            <a:endParaRPr lang="en-US" sz="2000" b="1" i="0" u="none" strike="noStrike" cap="none">
              <a:solidFill>
                <a:srgbClr val="1482AB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rgbClr val="1482AB"/>
              </a:buClr>
              <a:buSzPts val="2000"/>
              <a:buFont typeface="Arial" panose="020B0604020202020204"/>
              <a:buAutoNum type="arabicPeriod"/>
            </a:pPr>
            <a:r>
              <a:rPr lang="en-US" sz="2000" b="1">
                <a:solidFill>
                  <a:srgbClr val="1482AB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Student Name-  ATHMI S SHETTY</a:t>
            </a:r>
            <a:endParaRPr lang="en-US" sz="2000" b="1">
              <a:solidFill>
                <a:srgbClr val="1482AB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rgbClr val="1482AB"/>
              </a:buClr>
              <a:buSzPts val="2000"/>
              <a:buFont typeface="Arial" panose="020B0604020202020204"/>
              <a:buAutoNum type="arabicPeriod"/>
            </a:pPr>
            <a:r>
              <a:rPr lang="en-US" sz="2000" b="1">
                <a:solidFill>
                  <a:srgbClr val="1482AB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College Name-  Sahyadri college of Engineering and Management,Adyar,Mangaluru</a:t>
            </a:r>
            <a:endParaRPr lang="en-US" sz="2000" b="1">
              <a:solidFill>
                <a:srgbClr val="1482AB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rgbClr val="1482AB"/>
              </a:buClr>
              <a:buSzPts val="2000"/>
              <a:buFont typeface="Arial" panose="020B0604020202020204"/>
              <a:buAutoNum type="arabicPeriod"/>
            </a:pPr>
            <a:r>
              <a:rPr lang="en-US" sz="2000" b="1">
                <a:solidFill>
                  <a:srgbClr val="1482AB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Department- CSE(AIML)</a:t>
            </a:r>
            <a:endParaRPr lang="en-US" sz="2000" b="1">
              <a:solidFill>
                <a:srgbClr val="1482AB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4"/>
          <p:cNvSpPr txBox="1"/>
          <p:nvPr>
            <p:ph type="title"/>
          </p:nvPr>
        </p:nvSpPr>
        <p:spPr>
          <a:xfrm>
            <a:off x="849573" y="558468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Arial" panose="020B0604020202020204"/>
              <a:buNone/>
            </a:pPr>
            <a:r>
              <a:rPr lang="en-US" b="1">
                <a:solidFill>
                  <a:srgbClr val="00206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OUTLINE</a:t>
            </a:r>
            <a:endParaRPr lang="en-US" b="1">
              <a:solidFill>
                <a:srgbClr val="00206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17" name="Google Shape;117;p14"/>
          <p:cNvSpPr txBox="1"/>
          <p:nvPr>
            <p:ph type="body" idx="1"/>
          </p:nvPr>
        </p:nvSpPr>
        <p:spPr>
          <a:xfrm>
            <a:off x="838200" y="1618938"/>
            <a:ext cx="11019000" cy="52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40"/>
              <a:buNone/>
            </a:pPr>
            <a:r>
              <a:rPr lang="en-US" sz="2000" b="1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  </a:t>
            </a:r>
            <a:endParaRPr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lvl="0" indent="-30607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40"/>
              <a:buChar char="◼"/>
            </a:pPr>
            <a:r>
              <a:rPr lang="en-US" sz="2000" b="1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Problem Statement </a:t>
            </a:r>
            <a:endParaRPr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lvl="0" indent="-30607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40"/>
              <a:buChar char="◼"/>
            </a:pPr>
            <a:r>
              <a:rPr lang="en-US" sz="2000" b="1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Proposed System/Solution</a:t>
            </a:r>
            <a:endParaRPr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lvl="0" indent="-30607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40"/>
              <a:buChar char="◼"/>
            </a:pPr>
            <a:r>
              <a:rPr lang="en-US" sz="2000" b="1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System Development Approach</a:t>
            </a:r>
            <a:endParaRPr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lvl="0" indent="-30607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40"/>
              <a:buChar char="◼"/>
            </a:pPr>
            <a:r>
              <a:rPr lang="en-US" sz="2000" b="1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Algorithm &amp; Deployment  </a:t>
            </a:r>
            <a:endParaRPr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lvl="0" indent="-30607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40"/>
              <a:buChar char="◼"/>
            </a:pPr>
            <a:r>
              <a:rPr lang="en-US" sz="2000" b="1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Result</a:t>
            </a:r>
            <a:endParaRPr lang="en-US" sz="2000" b="1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lvl="0" indent="-30607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40"/>
              <a:buChar char="◼"/>
            </a:pPr>
            <a:r>
              <a:rPr lang="en-US" sz="2000" b="1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Conclusion</a:t>
            </a:r>
            <a:endParaRPr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lvl="0" indent="-30607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40"/>
              <a:buChar char="◼"/>
            </a:pPr>
            <a:r>
              <a:rPr lang="en-US" sz="2000" b="1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Future Scope</a:t>
            </a:r>
            <a:endParaRPr lang="en-US" sz="2000" b="1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lvl="0" indent="-30607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40"/>
              <a:buChar char="◼"/>
            </a:pPr>
            <a:r>
              <a:rPr lang="en-US" sz="2000" b="1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References</a:t>
            </a:r>
            <a:endParaRPr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lvl="0" indent="-206375" algn="l" rtl="0">
              <a:lnSpc>
                <a:spcPct val="110000"/>
              </a:lnSpc>
              <a:spcBef>
                <a:spcPts val="940"/>
              </a:spcBef>
              <a:spcAft>
                <a:spcPts val="0"/>
              </a:spcAft>
              <a:buSzPts val="1564"/>
              <a:buNone/>
            </a:pPr>
            <a:endParaRPr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5"/>
          <p:cNvSpPr txBox="1"/>
          <p:nvPr>
            <p:ph type="title"/>
          </p:nvPr>
        </p:nvSpPr>
        <p:spPr>
          <a:xfrm>
            <a:off x="581192" y="702156"/>
            <a:ext cx="11029500" cy="5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anose="020B0604020202020204"/>
              <a:buNone/>
            </a:pPr>
            <a:r>
              <a:rPr lang="en-US" sz="4400" b="1">
                <a:solidFill>
                  <a:schemeClr val="accen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PROBLEM STATEMENT</a:t>
            </a:r>
            <a:endParaRPr sz="4400"/>
          </a:p>
        </p:txBody>
      </p:sp>
      <p:sp>
        <p:nvSpPr>
          <p:cNvPr id="123" name="Google Shape;123;p15"/>
          <p:cNvSpPr txBox="1"/>
          <p:nvPr>
            <p:ph type="body" idx="1"/>
          </p:nvPr>
        </p:nvSpPr>
        <p:spPr>
          <a:xfrm>
            <a:off x="452403" y="1237632"/>
            <a:ext cx="11029500" cy="467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208"/>
              <a:buNone/>
            </a:pPr>
            <a:r>
              <a:rPr lang="en-US" altLang="en-US" sz="2400">
                <a:latin typeface="Bahnschrift SemiLight" panose="020B0502040204020203" charset="0"/>
                <a:cs typeface="Bahnschrift SemiLight" panose="020B0502040204020203" charset="0"/>
              </a:rPr>
              <a:t>Many students struggle to create professional and well-structured resumes due to lack of formatting knowledge, technical writing skills, and awareness of industry standards. Creating a resume manually is time-consuming and often results in poorly organized content. There is a need for an intelligent system that can automatically generate professional resumes based on user input.</a:t>
            </a:r>
            <a:endParaRPr sz="2400">
              <a:latin typeface="Bahnschrift SemiLight" panose="020B0502040204020203" charset="0"/>
              <a:cs typeface="Bahnschrift SemiLight" panose="020B0502040204020203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6"/>
          <p:cNvSpPr txBox="1"/>
          <p:nvPr>
            <p:ph type="title"/>
          </p:nvPr>
        </p:nvSpPr>
        <p:spPr>
          <a:xfrm>
            <a:off x="581192" y="702156"/>
            <a:ext cx="11029500" cy="5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anose="020B0604020202020204"/>
              <a:buNone/>
            </a:pPr>
            <a:r>
              <a:rPr lang="en-US" sz="4400" b="1">
                <a:solidFill>
                  <a:schemeClr val="accen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PROPOSED SOLUTION</a:t>
            </a:r>
            <a:endParaRPr sz="4400"/>
          </a:p>
        </p:txBody>
      </p:sp>
      <p:sp>
        <p:nvSpPr>
          <p:cNvPr id="129" name="Google Shape;129;p16"/>
          <p:cNvSpPr txBox="1"/>
          <p:nvPr>
            <p:ph type="body" idx="1"/>
          </p:nvPr>
        </p:nvSpPr>
        <p:spPr>
          <a:xfrm>
            <a:off x="441671" y="1087378"/>
            <a:ext cx="11613600" cy="556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lvl="0" indent="-21209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72"/>
              <a:buNone/>
            </a:pPr>
            <a:r>
              <a:rPr lang="en-US" altLang="en-US" sz="2400">
                <a:latin typeface="Bahnschrift SemiLight" panose="020B0502040204020203" charset="0"/>
                <a:cs typeface="Bahnschrift SemiLight" panose="020B0502040204020203" charset="0"/>
              </a:rPr>
              <a:t>I  developed an AI-powered Resume &amp; Portfolio Builder that generates professional resumes based on user input. The system collects details such as education, skills, and experience through a Streamlit web interface and uses the Gemini Generative AI model to automatically create a well-formatted, industry-standard resume.</a:t>
            </a:r>
            <a:endParaRPr lang="en-US" altLang="en-US" sz="2400">
              <a:latin typeface="Bahnschrift SemiLight" panose="020B0502040204020203" charset="0"/>
              <a:cs typeface="Bahnschrift SemiLight" panose="020B0502040204020203" charset="0"/>
            </a:endParaRPr>
          </a:p>
          <a:p>
            <a:pPr marL="305435" lvl="0" indent="-21209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72"/>
              <a:buNone/>
            </a:pPr>
            <a:endParaRPr lang="en-US" altLang="en-US" sz="2400">
              <a:latin typeface="Bahnschrift SemiLight" panose="020B0502040204020203" charset="0"/>
              <a:cs typeface="Bahnschrift SemiLight" panose="020B0502040204020203" charset="0"/>
            </a:endParaRPr>
          </a:p>
          <a:p>
            <a:pPr marL="305435" lvl="0" indent="-21209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72"/>
              <a:buNone/>
            </a:pPr>
            <a:endParaRPr lang="en-US" altLang="en-US" sz="2400">
              <a:latin typeface="Bahnschrift SemiLight" panose="020B0502040204020203" charset="0"/>
              <a:cs typeface="Bahnschrift SemiLight" panose="020B0502040204020203" charset="0"/>
            </a:endParaRPr>
          </a:p>
          <a:p>
            <a:pPr marL="305435" lvl="0" indent="-21209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72"/>
              <a:buNone/>
            </a:pPr>
            <a:r>
              <a:rPr lang="en-US" altLang="en-US" sz="2400">
                <a:latin typeface="Bahnschrift SemiLight" panose="020B0502040204020203" charset="0"/>
                <a:cs typeface="Bahnschrift SemiLight" panose="020B0502040204020203" charset="0"/>
              </a:rPr>
              <a:t>The solution ensures:</a:t>
            </a:r>
            <a:endParaRPr lang="en-US" altLang="en-US" sz="2400">
              <a:latin typeface="Bahnschrift SemiLight" panose="020B0502040204020203" charset="0"/>
              <a:cs typeface="Bahnschrift SemiLight" panose="020B0502040204020203" charset="0"/>
            </a:endParaRPr>
          </a:p>
          <a:p>
            <a:pPr marL="305435" lvl="0" indent="-21209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72"/>
              <a:buNone/>
            </a:pPr>
            <a:r>
              <a:rPr lang="en-US" altLang="en-US" sz="2400">
                <a:latin typeface="Bahnschrift SemiLight" panose="020B0502040204020203" charset="0"/>
                <a:cs typeface="Bahnschrift SemiLight" panose="020B0502040204020203" charset="0"/>
              </a:rPr>
              <a:t>Proper formatting and structured sections</a:t>
            </a:r>
            <a:endParaRPr lang="en-US" altLang="en-US" sz="2400">
              <a:latin typeface="Bahnschrift SemiLight" panose="020B0502040204020203" charset="0"/>
              <a:cs typeface="Bahnschrift SemiLight" panose="020B0502040204020203" charset="0"/>
            </a:endParaRPr>
          </a:p>
          <a:p>
            <a:pPr marL="305435" lvl="0" indent="-21209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72"/>
              <a:buNone/>
            </a:pPr>
            <a:r>
              <a:rPr lang="en-US" altLang="en-US" sz="2400">
                <a:latin typeface="Bahnschrift SemiLight" panose="020B0502040204020203" charset="0"/>
                <a:cs typeface="Bahnschrift SemiLight" panose="020B0502040204020203" charset="0"/>
              </a:rPr>
              <a:t>Professional language enhancement</a:t>
            </a:r>
            <a:endParaRPr lang="en-US" altLang="en-US" sz="2400">
              <a:latin typeface="Bahnschrift SemiLight" panose="020B0502040204020203" charset="0"/>
              <a:cs typeface="Bahnschrift SemiLight" panose="020B0502040204020203" charset="0"/>
            </a:endParaRPr>
          </a:p>
          <a:p>
            <a:pPr marL="305435" lvl="0" indent="-21209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72"/>
              <a:buNone/>
            </a:pPr>
            <a:r>
              <a:rPr lang="en-US" altLang="en-US" sz="2400">
                <a:latin typeface="Bahnschrift SemiLight" panose="020B0502040204020203" charset="0"/>
                <a:cs typeface="Bahnschrift SemiLight" panose="020B0502040204020203" charset="0"/>
              </a:rPr>
              <a:t>Time efficiency</a:t>
            </a:r>
            <a:endParaRPr lang="en-US" altLang="en-US" sz="2400">
              <a:latin typeface="Bahnschrift SemiLight" panose="020B0502040204020203" charset="0"/>
              <a:cs typeface="Bahnschrift SemiLight" panose="020B0502040204020203" charset="0"/>
            </a:endParaRPr>
          </a:p>
          <a:p>
            <a:pPr marL="305435" lvl="0" indent="-21209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72"/>
              <a:buNone/>
            </a:pPr>
            <a:r>
              <a:rPr lang="en-US" altLang="en-US" sz="2400">
                <a:latin typeface="Bahnschrift SemiLight" panose="020B0502040204020203" charset="0"/>
                <a:cs typeface="Bahnschrift SemiLight" panose="020B0502040204020203" charset="0"/>
              </a:rPr>
              <a:t>Easy accessibility for students</a:t>
            </a:r>
            <a:endParaRPr lang="en-US" altLang="en-US" sz="2400">
              <a:latin typeface="Bahnschrift SemiLight" panose="020B0502040204020203" charset="0"/>
              <a:cs typeface="Bahnschrift SemiLight" panose="020B0502040204020203" charset="0"/>
            </a:endParaRPr>
          </a:p>
          <a:p>
            <a:pPr marL="0" lvl="0" indent="0" algn="l" rtl="0">
              <a:lnSpc>
                <a:spcPct val="110000"/>
              </a:lnSpc>
              <a:spcBef>
                <a:spcPts val="940"/>
              </a:spcBef>
              <a:spcAft>
                <a:spcPts val="0"/>
              </a:spcAft>
              <a:buSzPts val="1564"/>
              <a:buNone/>
            </a:pPr>
            <a:endParaRPr sz="2400">
              <a:latin typeface="Bahnschrift SemiLight" panose="020B0502040204020203" charset="0"/>
              <a:cs typeface="Bahnschrift SemiLight" panose="020B0502040204020203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7"/>
          <p:cNvSpPr txBox="1"/>
          <p:nvPr>
            <p:ph type="title"/>
          </p:nvPr>
        </p:nvSpPr>
        <p:spPr>
          <a:xfrm>
            <a:off x="581192" y="662572"/>
            <a:ext cx="11029500" cy="5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anose="020B0604020202020204"/>
              <a:buNone/>
            </a:pPr>
            <a:r>
              <a:rPr lang="en-US" sz="4400" b="1">
                <a:solidFill>
                  <a:schemeClr val="accen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SYSTEM  APPROACH</a:t>
            </a:r>
            <a:endParaRPr sz="4400">
              <a:solidFill>
                <a:schemeClr val="accen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5" name="Google Shape;135;p17"/>
          <p:cNvSpPr txBox="1"/>
          <p:nvPr>
            <p:ph type="body" idx="1"/>
          </p:nvPr>
        </p:nvSpPr>
        <p:spPr>
          <a:xfrm>
            <a:off x="152400" y="1255395"/>
            <a:ext cx="11976735" cy="4989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Libre Franklin"/>
              <a:buNone/>
            </a:pPr>
            <a:r>
              <a:rPr lang="en-US" altLang="en-US" sz="2400" b="0" i="0" u="none" strike="noStrike" cap="none">
                <a:solidFill>
                  <a:schemeClr val="dk1"/>
                </a:solidFill>
                <a:latin typeface="Bahnschrift SemiLight" panose="020B0502040204020203" charset="0"/>
                <a:ea typeface="Arial" panose="020B0604020202020204"/>
                <a:cs typeface="Bahnschrift SemiLight" panose="020B0502040204020203" charset="0"/>
                <a:sym typeface="Arial" panose="020B0604020202020204"/>
              </a:rPr>
              <a:t>The system follows a structured approach to generate professional resumes using Generative AI:</a:t>
            </a:r>
            <a:endParaRPr lang="en-US" altLang="en-US" sz="2400" b="0" i="0" u="none" strike="noStrike" cap="none">
              <a:solidFill>
                <a:schemeClr val="dk1"/>
              </a:solidFill>
              <a:latin typeface="Bahnschrift SemiLight" panose="020B0502040204020203" charset="0"/>
              <a:ea typeface="Arial" panose="020B0604020202020204"/>
              <a:cs typeface="Bahnschrift SemiLight" panose="020B0502040204020203" charset="0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Libre Franklin"/>
              <a:buNone/>
            </a:pPr>
            <a:r>
              <a:rPr lang="en-US" altLang="en-US" sz="2400" b="0" i="0" u="none" strike="noStrike" cap="none">
                <a:solidFill>
                  <a:srgbClr val="00B050"/>
                </a:solidFill>
                <a:latin typeface="Bahnschrift SemiLight" panose="020B0502040204020203" charset="0"/>
                <a:ea typeface="Arial" panose="020B0604020202020204"/>
                <a:cs typeface="Bahnschrift SemiLight" panose="020B0502040204020203" charset="0"/>
                <a:sym typeface="Arial" panose="020B0604020202020204"/>
              </a:rPr>
              <a:t>User Input Collection</a:t>
            </a:r>
            <a:endParaRPr lang="en-US" altLang="en-US" sz="2400" b="0" i="0" u="none" strike="noStrike" cap="none">
              <a:solidFill>
                <a:srgbClr val="00B050"/>
              </a:solidFill>
              <a:latin typeface="Bahnschrift SemiLight" panose="020B0502040204020203" charset="0"/>
              <a:ea typeface="Arial" panose="020B0604020202020204"/>
              <a:cs typeface="Bahnschrift SemiLight" panose="020B0502040204020203" charset="0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Libre Franklin"/>
              <a:buNone/>
            </a:pPr>
            <a:r>
              <a:rPr lang="en-US" altLang="en-US" sz="2400" b="0" i="0" u="none" strike="noStrike" cap="none">
                <a:solidFill>
                  <a:schemeClr val="dk1"/>
                </a:solidFill>
                <a:latin typeface="Bahnschrift SemiLight" panose="020B0502040204020203" charset="0"/>
                <a:ea typeface="Arial" panose="020B0604020202020204"/>
                <a:cs typeface="Bahnschrift SemiLight" panose="020B0502040204020203" charset="0"/>
                <a:sym typeface="Arial" panose="020B0604020202020204"/>
              </a:rPr>
              <a:t>The user enters personal details, education, skills, experience, and projects through a Streamlit web interface.</a:t>
            </a:r>
            <a:endParaRPr lang="en-US" altLang="en-US" sz="2400" b="0" i="0" u="none" strike="noStrike" cap="none">
              <a:solidFill>
                <a:schemeClr val="dk1"/>
              </a:solidFill>
              <a:latin typeface="Bahnschrift SemiLight" panose="020B0502040204020203" charset="0"/>
              <a:ea typeface="Arial" panose="020B0604020202020204"/>
              <a:cs typeface="Bahnschrift SemiLight" panose="020B0502040204020203" charset="0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Libre Franklin"/>
              <a:buNone/>
            </a:pPr>
            <a:r>
              <a:rPr lang="en-US" altLang="en-US" sz="2400" b="0" i="0" u="none" strike="noStrike" cap="none">
                <a:solidFill>
                  <a:srgbClr val="00B050"/>
                </a:solidFill>
                <a:latin typeface="Bahnschrift SemiLight" panose="020B0502040204020203" charset="0"/>
                <a:ea typeface="Arial" panose="020B0604020202020204"/>
                <a:cs typeface="Bahnschrift SemiLight" panose="020B0502040204020203" charset="0"/>
                <a:sym typeface="Arial" panose="020B0604020202020204"/>
              </a:rPr>
              <a:t>Data Processing</a:t>
            </a:r>
            <a:endParaRPr lang="en-US" altLang="en-US" sz="2400" b="0" i="0" u="none" strike="noStrike" cap="none">
              <a:solidFill>
                <a:srgbClr val="00B050"/>
              </a:solidFill>
              <a:latin typeface="Bahnschrift SemiLight" panose="020B0502040204020203" charset="0"/>
              <a:ea typeface="Arial" panose="020B0604020202020204"/>
              <a:cs typeface="Bahnschrift SemiLight" panose="020B0502040204020203" charset="0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Libre Franklin"/>
              <a:buNone/>
            </a:pPr>
            <a:r>
              <a:rPr lang="en-US" altLang="en-US" sz="2400" b="0" i="0" u="none" strike="noStrike" cap="none">
                <a:solidFill>
                  <a:schemeClr val="dk1"/>
                </a:solidFill>
                <a:latin typeface="Bahnschrift SemiLight" panose="020B0502040204020203" charset="0"/>
                <a:ea typeface="Arial" panose="020B0604020202020204"/>
                <a:cs typeface="Bahnschrift SemiLight" panose="020B0502040204020203" charset="0"/>
                <a:sym typeface="Arial" panose="020B0604020202020204"/>
              </a:rPr>
              <a:t>The entered information is organized and formatted into a structured prompt.</a:t>
            </a:r>
            <a:endParaRPr lang="en-US" altLang="en-US" sz="2400" b="0" i="0" u="none" strike="noStrike" cap="none">
              <a:solidFill>
                <a:schemeClr val="dk1"/>
              </a:solidFill>
              <a:latin typeface="Bahnschrift SemiLight" panose="020B0502040204020203" charset="0"/>
              <a:ea typeface="Arial" panose="020B0604020202020204"/>
              <a:cs typeface="Bahnschrift SemiLight" panose="020B0502040204020203" charset="0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Libre Franklin"/>
              <a:buNone/>
            </a:pPr>
            <a:r>
              <a:rPr lang="en-US" altLang="en-US" sz="2400" b="0" i="0" u="none" strike="noStrike" cap="none">
                <a:solidFill>
                  <a:srgbClr val="00B050"/>
                </a:solidFill>
                <a:latin typeface="Bahnschrift SemiLight" panose="020B0502040204020203" charset="0"/>
                <a:ea typeface="Arial" panose="020B0604020202020204"/>
                <a:cs typeface="Bahnschrift SemiLight" panose="020B0502040204020203" charset="0"/>
                <a:sym typeface="Arial" panose="020B0604020202020204"/>
              </a:rPr>
              <a:t>AI Resume Generation</a:t>
            </a:r>
            <a:endParaRPr lang="en-US" altLang="en-US" sz="2400" b="0" i="0" u="none" strike="noStrike" cap="none">
              <a:solidFill>
                <a:schemeClr val="dk1"/>
              </a:solidFill>
              <a:latin typeface="Bahnschrift SemiLight" panose="020B0502040204020203" charset="0"/>
              <a:ea typeface="Arial" panose="020B0604020202020204"/>
              <a:cs typeface="Bahnschrift SemiLight" panose="020B0502040204020203" charset="0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Libre Franklin"/>
              <a:buNone/>
            </a:pPr>
            <a:r>
              <a:rPr lang="en-US" altLang="en-US" sz="2400" b="0" i="0" u="none" strike="noStrike" cap="none">
                <a:solidFill>
                  <a:schemeClr val="dk1"/>
                </a:solidFill>
                <a:latin typeface="Bahnschrift SemiLight" panose="020B0502040204020203" charset="0"/>
                <a:ea typeface="Arial" panose="020B0604020202020204"/>
                <a:cs typeface="Bahnschrift SemiLight" panose="020B0502040204020203" charset="0"/>
                <a:sym typeface="Arial" panose="020B0604020202020204"/>
              </a:rPr>
              <a:t>The structured prompt is sent to the Gemini Generative AI model, which generates a professionally formatted resume.</a:t>
            </a:r>
            <a:endParaRPr lang="en-US" altLang="en-US" sz="2400" b="0" i="0" u="none" strike="noStrike" cap="none">
              <a:solidFill>
                <a:schemeClr val="dk1"/>
              </a:solidFill>
              <a:latin typeface="Bahnschrift SemiLight" panose="020B0502040204020203" charset="0"/>
              <a:ea typeface="Arial" panose="020B0604020202020204"/>
              <a:cs typeface="Bahnschrift SemiLight" panose="020B0502040204020203" charset="0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Libre Franklin"/>
              <a:buNone/>
            </a:pPr>
            <a:r>
              <a:rPr lang="en-US" altLang="en-US" sz="2400" b="0" i="0" u="none" strike="noStrike" cap="none">
                <a:solidFill>
                  <a:srgbClr val="00B050"/>
                </a:solidFill>
                <a:latin typeface="Bahnschrift SemiLight" panose="020B0502040204020203" charset="0"/>
                <a:ea typeface="Arial" panose="020B0604020202020204"/>
                <a:cs typeface="Bahnschrift SemiLight" panose="020B0502040204020203" charset="0"/>
                <a:sym typeface="Arial" panose="020B0604020202020204"/>
              </a:rPr>
              <a:t>Output Display</a:t>
            </a:r>
            <a:endParaRPr lang="en-US" altLang="en-US" sz="2400" b="0" i="0" u="none" strike="noStrike" cap="none">
              <a:solidFill>
                <a:srgbClr val="00B050"/>
              </a:solidFill>
              <a:latin typeface="Bahnschrift SemiLight" panose="020B0502040204020203" charset="0"/>
              <a:ea typeface="Arial" panose="020B0604020202020204"/>
              <a:cs typeface="Bahnschrift SemiLight" panose="020B0502040204020203" charset="0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Libre Franklin"/>
              <a:buNone/>
            </a:pPr>
            <a:r>
              <a:rPr lang="en-US" altLang="en-US" sz="2400" b="0" i="0" u="none" strike="noStrike" cap="none">
                <a:solidFill>
                  <a:schemeClr val="dk1"/>
                </a:solidFill>
                <a:latin typeface="Bahnschrift SemiLight" panose="020B0502040204020203" charset="0"/>
                <a:ea typeface="Arial" panose="020B0604020202020204"/>
                <a:cs typeface="Bahnschrift SemiLight" panose="020B0502040204020203" charset="0"/>
                <a:sym typeface="Arial" panose="020B0604020202020204"/>
              </a:rPr>
              <a:t>The generated resume is displayed on the screen for the user to review and download.</a:t>
            </a:r>
            <a:endParaRPr lang="en-US" altLang="en-US" sz="2400" b="0" i="0" u="none" strike="noStrike" cap="none">
              <a:solidFill>
                <a:schemeClr val="dk1"/>
              </a:solidFill>
              <a:latin typeface="Bahnschrift SemiLight" panose="020B0502040204020203" charset="0"/>
              <a:ea typeface="Arial" panose="020B0604020202020204"/>
              <a:cs typeface="Bahnschrift SemiLight" panose="020B0502040204020203" charset="0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8"/>
          <p:cNvSpPr txBox="1"/>
          <p:nvPr>
            <p:ph type="title"/>
          </p:nvPr>
        </p:nvSpPr>
        <p:spPr>
          <a:xfrm>
            <a:off x="581192" y="702156"/>
            <a:ext cx="11029500" cy="5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anose="020B0604020202020204"/>
              <a:buNone/>
            </a:pPr>
            <a:r>
              <a:rPr lang="en-US" sz="4400" b="1">
                <a:solidFill>
                  <a:schemeClr val="accen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ALGORITHM &amp; DEPLOYMENT</a:t>
            </a:r>
            <a:endParaRPr lang="en-US" sz="4400" b="1">
              <a:solidFill>
                <a:schemeClr val="accen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41" name="Google Shape;141;p18"/>
          <p:cNvSpPr txBox="1"/>
          <p:nvPr>
            <p:ph type="body" idx="1"/>
          </p:nvPr>
        </p:nvSpPr>
        <p:spPr>
          <a:xfrm>
            <a:off x="581192" y="3315522"/>
            <a:ext cx="328800" cy="6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.</a:t>
            </a:r>
            <a:endParaRPr lang="en-US" sz="18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Libre Franklin"/>
              <a:buNone/>
            </a:pPr>
            <a:endParaRPr sz="18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" name="Text Box 0"/>
          <p:cNvSpPr txBox="1"/>
          <p:nvPr/>
        </p:nvSpPr>
        <p:spPr>
          <a:xfrm>
            <a:off x="414020" y="1442720"/>
            <a:ext cx="11668760" cy="46469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en-US" sz="2400">
                <a:solidFill>
                  <a:schemeClr val="accent4"/>
                </a:solidFill>
                <a:latin typeface="Bahnschrift SemiLight" panose="020B0502040204020203" charset="0"/>
                <a:cs typeface="Bahnschrift SemiLight" panose="020B0502040204020203" charset="0"/>
              </a:rPr>
              <a:t>Algorithm</a:t>
            </a:r>
            <a:r>
              <a:rPr lang="en-US" altLang="en-US" sz="2400">
                <a:latin typeface="Bahnschrift SemiLight" panose="020B0502040204020203" charset="0"/>
                <a:cs typeface="Bahnschrift SemiLight" panose="020B0502040204020203" charset="0"/>
              </a:rPr>
              <a:t>: AI Resume Generation System</a:t>
            </a:r>
            <a:endParaRPr lang="en-US" altLang="en-US" sz="2400">
              <a:latin typeface="Bahnschrift SemiLight" panose="020B0502040204020203" charset="0"/>
              <a:cs typeface="Bahnschrift SemiLight" panose="020B0502040204020203" charset="0"/>
            </a:endParaRPr>
          </a:p>
          <a:p>
            <a:r>
              <a:rPr lang="en-US" altLang="en-US" sz="2400">
                <a:latin typeface="Bahnschrift SemiLight" panose="020B0502040204020203" charset="0"/>
                <a:cs typeface="Bahnschrift SemiLight" panose="020B0502040204020203" charset="0"/>
              </a:rPr>
              <a:t>Start</a:t>
            </a:r>
            <a:endParaRPr lang="en-US" altLang="en-US" sz="2400">
              <a:latin typeface="Bahnschrift SemiLight" panose="020B0502040204020203" charset="0"/>
              <a:cs typeface="Bahnschrift SemiLight" panose="020B0502040204020203" charset="0"/>
            </a:endParaRPr>
          </a:p>
          <a:p>
            <a:r>
              <a:rPr lang="en-US" altLang="en-US" sz="2400">
                <a:latin typeface="Bahnschrift SemiLight" panose="020B0502040204020203" charset="0"/>
                <a:cs typeface="Bahnschrift SemiLight" panose="020B0502040204020203" charset="0"/>
              </a:rPr>
              <a:t>Display input form to the user</a:t>
            </a:r>
            <a:endParaRPr lang="en-US" altLang="en-US" sz="2400">
              <a:latin typeface="Bahnschrift SemiLight" panose="020B0502040204020203" charset="0"/>
              <a:cs typeface="Bahnschrift SemiLight" panose="020B0502040204020203" charset="0"/>
            </a:endParaRPr>
          </a:p>
          <a:p>
            <a:r>
              <a:rPr lang="en-US" altLang="en-US" sz="2400">
                <a:latin typeface="Bahnschrift SemiLight" panose="020B0502040204020203" charset="0"/>
                <a:cs typeface="Bahnschrift SemiLight" panose="020B0502040204020203" charset="0"/>
              </a:rPr>
              <a:t>Collect user details (Name, Education, Skills, Experience, Projects)</a:t>
            </a:r>
            <a:endParaRPr lang="en-US" altLang="en-US" sz="2400">
              <a:latin typeface="Bahnschrift SemiLight" panose="020B0502040204020203" charset="0"/>
              <a:cs typeface="Bahnschrift SemiLight" panose="020B0502040204020203" charset="0"/>
            </a:endParaRPr>
          </a:p>
          <a:p>
            <a:r>
              <a:rPr lang="en-US" altLang="en-US" sz="2400">
                <a:latin typeface="Bahnschrift SemiLight" panose="020B0502040204020203" charset="0"/>
                <a:cs typeface="Bahnschrift SemiLight" panose="020B0502040204020203" charset="0"/>
              </a:rPr>
              <a:t>Validate input fields</a:t>
            </a:r>
            <a:endParaRPr lang="en-US" altLang="en-US" sz="2400">
              <a:latin typeface="Bahnschrift SemiLight" panose="020B0502040204020203" charset="0"/>
              <a:cs typeface="Bahnschrift SemiLight" panose="020B0502040204020203" charset="0"/>
            </a:endParaRPr>
          </a:p>
          <a:p>
            <a:r>
              <a:rPr lang="en-US" altLang="en-US" sz="2400">
                <a:latin typeface="Bahnschrift SemiLight" panose="020B0502040204020203" charset="0"/>
                <a:cs typeface="Bahnschrift SemiLight" panose="020B0502040204020203" charset="0"/>
              </a:rPr>
              <a:t>Create a structured prompt using the entered data</a:t>
            </a:r>
            <a:endParaRPr lang="en-US" altLang="en-US" sz="2400">
              <a:latin typeface="Bahnschrift SemiLight" panose="020B0502040204020203" charset="0"/>
              <a:cs typeface="Bahnschrift SemiLight" panose="020B0502040204020203" charset="0"/>
            </a:endParaRPr>
          </a:p>
          <a:p>
            <a:r>
              <a:rPr lang="en-US" altLang="en-US" sz="2400">
                <a:latin typeface="Bahnschrift SemiLight" panose="020B0502040204020203" charset="0"/>
                <a:cs typeface="Bahnschrift SemiLight" panose="020B0502040204020203" charset="0"/>
              </a:rPr>
              <a:t>Send the prompt to the Gemini Generative AI model</a:t>
            </a:r>
            <a:endParaRPr lang="en-US" altLang="en-US" sz="2400">
              <a:latin typeface="Bahnschrift SemiLight" panose="020B0502040204020203" charset="0"/>
              <a:cs typeface="Bahnschrift SemiLight" panose="020B0502040204020203" charset="0"/>
            </a:endParaRPr>
          </a:p>
          <a:p>
            <a:r>
              <a:rPr lang="en-US" altLang="en-US" sz="2400">
                <a:latin typeface="Bahnschrift SemiLight" panose="020B0502040204020203" charset="0"/>
                <a:cs typeface="Bahnschrift SemiLight" panose="020B0502040204020203" charset="0"/>
              </a:rPr>
              <a:t>Receive generated resume content</a:t>
            </a:r>
            <a:endParaRPr lang="en-US" altLang="en-US" sz="2400">
              <a:latin typeface="Bahnschrift SemiLight" panose="020B0502040204020203" charset="0"/>
              <a:cs typeface="Bahnschrift SemiLight" panose="020B0502040204020203" charset="0"/>
            </a:endParaRPr>
          </a:p>
          <a:p>
            <a:r>
              <a:rPr lang="en-US" altLang="en-US" sz="2400">
                <a:latin typeface="Bahnschrift SemiLight" panose="020B0502040204020203" charset="0"/>
                <a:cs typeface="Bahnschrift SemiLight" panose="020B0502040204020203" charset="0"/>
              </a:rPr>
              <a:t>Display the formatted resume on the screen</a:t>
            </a:r>
            <a:endParaRPr lang="en-US" altLang="en-US" sz="2400">
              <a:latin typeface="Bahnschrift SemiLight" panose="020B0502040204020203" charset="0"/>
              <a:cs typeface="Bahnschrift SemiLight" panose="020B0502040204020203" charset="0"/>
            </a:endParaRPr>
          </a:p>
          <a:p>
            <a:r>
              <a:rPr lang="en-US" altLang="en-US" sz="2400">
                <a:latin typeface="Bahnschrift SemiLight" panose="020B0502040204020203" charset="0"/>
                <a:cs typeface="Bahnschrift SemiLight" panose="020B0502040204020203" charset="0"/>
              </a:rPr>
              <a:t>End</a:t>
            </a:r>
            <a:endParaRPr lang="en-US" sz="2400">
              <a:latin typeface="Bahnschrift SemiLight" panose="020B0502040204020203" charset="0"/>
              <a:cs typeface="Bahnschrift SemiLight" panose="020B0502040204020203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/>
              <a:t>                              </a:t>
            </a:r>
            <a:r>
              <a:rPr lang="en-US" sz="4000"/>
              <a:t>   </a:t>
            </a:r>
            <a:r>
              <a:rPr lang="en-US" sz="4000" b="1">
                <a:solidFill>
                  <a:schemeClr val="accen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DEPLOYMENT</a:t>
            </a:r>
            <a:endParaRPr lang="en-US" sz="4000"/>
          </a:p>
        </p:txBody>
      </p:sp>
      <p:sp>
        <p:nvSpPr>
          <p:cNvPr id="3" name="Text Placeholder 2"/>
          <p:cNvSpPr/>
          <p:nvPr>
            <p:ph type="body" idx="1"/>
          </p:nvPr>
        </p:nvSpPr>
        <p:spPr/>
        <p:txBody>
          <a:bodyPr/>
          <a:p>
            <a:r>
              <a:rPr lang="en-US" altLang="en-US" sz="2400">
                <a:latin typeface="Bahnschrift SemiLight" panose="020B0502040204020203" charset="0"/>
                <a:cs typeface="Bahnschrift SemiLight" panose="020B0502040204020203" charset="0"/>
              </a:rPr>
              <a:t>Deployment Strategy</a:t>
            </a:r>
            <a:endParaRPr lang="en-US" altLang="en-US" sz="2400">
              <a:latin typeface="Bahnschrift SemiLight" panose="020B0502040204020203" charset="0"/>
              <a:cs typeface="Bahnschrift SemiLight" panose="020B0502040204020203" charset="0"/>
            </a:endParaRPr>
          </a:p>
          <a:p>
            <a:r>
              <a:rPr lang="en-US" altLang="en-US" sz="2400">
                <a:latin typeface="Bahnschrift SemiLight" panose="020B0502040204020203" charset="0"/>
                <a:cs typeface="Bahnschrift SemiLight" panose="020B0502040204020203" charset="0"/>
              </a:rPr>
              <a:t>The application is developed using Python and Streamlit</a:t>
            </a:r>
            <a:endParaRPr lang="en-US" altLang="en-US" sz="2400">
              <a:latin typeface="Bahnschrift SemiLight" panose="020B0502040204020203" charset="0"/>
              <a:cs typeface="Bahnschrift SemiLight" panose="020B0502040204020203" charset="0"/>
            </a:endParaRPr>
          </a:p>
          <a:p>
            <a:r>
              <a:rPr lang="en-US" altLang="en-US" sz="2400">
                <a:latin typeface="Bahnschrift SemiLight" panose="020B0502040204020203" charset="0"/>
                <a:cs typeface="Bahnschrift SemiLight" panose="020B0502040204020203" charset="0"/>
              </a:rPr>
              <a:t>Gemini API is integrated for AI-based resume generation</a:t>
            </a:r>
            <a:endParaRPr lang="en-US" altLang="en-US" sz="2400">
              <a:latin typeface="Bahnschrift SemiLight" panose="020B0502040204020203" charset="0"/>
              <a:cs typeface="Bahnschrift SemiLight" panose="020B0502040204020203" charset="0"/>
            </a:endParaRPr>
          </a:p>
          <a:p>
            <a:r>
              <a:rPr lang="en-US" altLang="en-US" sz="2400">
                <a:latin typeface="Bahnschrift SemiLight" panose="020B0502040204020203" charset="0"/>
                <a:cs typeface="Bahnschrift SemiLight" panose="020B0502040204020203" charset="0"/>
              </a:rPr>
              <a:t>The application can be deployed using:</a:t>
            </a:r>
            <a:endParaRPr lang="en-US" altLang="en-US" sz="2400">
              <a:latin typeface="Bahnschrift SemiLight" panose="020B0502040204020203" charset="0"/>
              <a:cs typeface="Bahnschrift SemiLight" panose="020B0502040204020203" charset="0"/>
            </a:endParaRPr>
          </a:p>
          <a:p>
            <a:r>
              <a:rPr lang="en-US" altLang="en-US" sz="2400">
                <a:latin typeface="Bahnschrift SemiLight" panose="020B0502040204020203" charset="0"/>
                <a:cs typeface="Bahnschrift SemiLight" panose="020B0502040204020203" charset="0"/>
              </a:rPr>
              <a:t>Streamlit Cloud</a:t>
            </a:r>
            <a:endParaRPr lang="en-US" altLang="en-US" sz="2400">
              <a:latin typeface="Bahnschrift SemiLight" panose="020B0502040204020203" charset="0"/>
              <a:cs typeface="Bahnschrift SemiLight" panose="020B0502040204020203" charset="0"/>
            </a:endParaRPr>
          </a:p>
          <a:p>
            <a:r>
              <a:rPr lang="en-US" altLang="en-US" sz="2400">
                <a:latin typeface="Bahnschrift SemiLight" panose="020B0502040204020203" charset="0"/>
                <a:cs typeface="Bahnschrift SemiLight" panose="020B0502040204020203" charset="0"/>
              </a:rPr>
              <a:t>Local Server</a:t>
            </a:r>
            <a:endParaRPr lang="en-US" altLang="en-US" sz="2400">
              <a:latin typeface="Bahnschrift SemiLight" panose="020B0502040204020203" charset="0"/>
              <a:cs typeface="Bahnschrift SemiLight" panose="020B0502040204020203" charset="0"/>
            </a:endParaRPr>
          </a:p>
          <a:p>
            <a:r>
              <a:rPr lang="en-US" altLang="en-US" sz="2400">
                <a:latin typeface="Bahnschrift SemiLight" panose="020B0502040204020203" charset="0"/>
                <a:cs typeface="Bahnschrift SemiLight" panose="020B0502040204020203" charset="0"/>
              </a:rPr>
              <a:t>GitHub + Streamlit deployment</a:t>
            </a:r>
            <a:endParaRPr lang="en-US" altLang="en-US" sz="2400">
              <a:latin typeface="Bahnschrift SemiLight" panose="020B0502040204020203" charset="0"/>
              <a:cs typeface="Bahnschrift SemiLight" panose="020B0502040204020203" charset="0"/>
            </a:endParaRPr>
          </a:p>
          <a:p>
            <a:r>
              <a:rPr lang="en-US" altLang="en-US" sz="2400">
                <a:latin typeface="Bahnschrift SemiLight" panose="020B0502040204020203" charset="0"/>
                <a:cs typeface="Bahnschrift SemiLight" panose="020B0502040204020203" charset="0"/>
              </a:rPr>
              <a:t>Users can access the system through a web browser</a:t>
            </a:r>
            <a:endParaRPr lang="en-US" altLang="en-US" sz="2400">
              <a:latin typeface="Bahnschrift SemiLight" panose="020B0502040204020203" charset="0"/>
              <a:cs typeface="Bahnschrift SemiLight" panose="020B0502040204020203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9"/>
          <p:cNvSpPr txBox="1"/>
          <p:nvPr>
            <p:ph type="title"/>
          </p:nvPr>
        </p:nvSpPr>
        <p:spPr>
          <a:xfrm>
            <a:off x="581192" y="702156"/>
            <a:ext cx="11029500" cy="5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anose="020B0604020202020204"/>
              <a:buNone/>
            </a:pPr>
            <a:r>
              <a:rPr lang="en-US" sz="4400" b="1">
                <a:solidFill>
                  <a:schemeClr val="accen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RESULT</a:t>
            </a:r>
            <a:endParaRPr lang="en-US" sz="4400" b="1">
              <a:solidFill>
                <a:schemeClr val="accen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47" name="Google Shape;147;p19"/>
          <p:cNvSpPr txBox="1"/>
          <p:nvPr>
            <p:ph type="body" idx="1"/>
          </p:nvPr>
        </p:nvSpPr>
        <p:spPr>
          <a:xfrm>
            <a:off x="118745" y="1089025"/>
            <a:ext cx="11372215" cy="5122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Libre Franklin"/>
              <a:buNone/>
            </a:pPr>
            <a:r>
              <a:rPr lang="en-US" altLang="en-US"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The developed AI-powered Resume Builder successfully generates professional and well-structured resumes based on user input. The system collects details such as education, skills, experience, and projects, and produces an industry-standard formatted resume within seconds.</a:t>
            </a:r>
            <a:endParaRPr lang="en-US" altLang="en-US" sz="14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Libre Franklin"/>
              <a:buNone/>
            </a:pPr>
            <a:r>
              <a:rPr lang="en-US" altLang="en-US"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The application:</a:t>
            </a:r>
            <a:endParaRPr lang="en-US" altLang="en-US" sz="14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Libre Franklin"/>
              <a:buNone/>
            </a:pPr>
            <a:r>
              <a:rPr lang="en-US" altLang="en-US"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Successfully integrates Streamlit with Gemini API</a:t>
            </a:r>
            <a:endParaRPr lang="en-US" altLang="en-US" sz="14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Libre Franklin"/>
              <a:buNone/>
            </a:pPr>
            <a:r>
              <a:rPr lang="en-US" altLang="en-US"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Generates structured and professional resume content</a:t>
            </a:r>
            <a:endParaRPr lang="en-US" altLang="en-US" sz="14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Libre Franklin"/>
              <a:buNone/>
            </a:pPr>
            <a:r>
              <a:rPr lang="en-US" altLang="en-US"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Reduces manual effort and formatting errors</a:t>
            </a:r>
            <a:endParaRPr lang="en-US" altLang="en-US" sz="14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Libre Franklin"/>
              <a:buNone/>
            </a:pPr>
            <a:r>
              <a:rPr lang="en-US" altLang="en-US"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Provides quick and efficient resume creation</a:t>
            </a:r>
            <a:endParaRPr lang="en-US" altLang="en-US" sz="14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Libre Franklin"/>
              <a:buNone/>
            </a:pPr>
            <a:r>
              <a:rPr lang="en-US" altLang="en-US"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The output is displayed instantly on the web interface for user review.</a:t>
            </a:r>
            <a:endParaRPr lang="en-US" altLang="en-US" sz="14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35955" y="3068955"/>
            <a:ext cx="5570855" cy="337248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0"/>
          <p:cNvSpPr txBox="1"/>
          <p:nvPr>
            <p:ph type="title"/>
          </p:nvPr>
        </p:nvSpPr>
        <p:spPr>
          <a:xfrm>
            <a:off x="581192" y="702156"/>
            <a:ext cx="11029500" cy="5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anose="020B0604020202020204"/>
              <a:buNone/>
            </a:pPr>
            <a:r>
              <a:rPr lang="en-US" sz="4400" b="1">
                <a:solidFill>
                  <a:schemeClr val="accen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CONCLUSION</a:t>
            </a:r>
            <a:endParaRPr lang="en-US" sz="4400" b="1">
              <a:solidFill>
                <a:schemeClr val="accen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53" name="Google Shape;153;p20"/>
          <p:cNvSpPr txBox="1"/>
          <p:nvPr>
            <p:ph type="body" idx="1"/>
          </p:nvPr>
        </p:nvSpPr>
        <p:spPr>
          <a:xfrm>
            <a:off x="581192" y="1302026"/>
            <a:ext cx="11029500" cy="467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05435" lvl="0" indent="-188595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40"/>
              <a:buNone/>
            </a:pPr>
            <a:r>
              <a:rPr lang="en-US" altLang="en-US" sz="2400">
                <a:latin typeface="Bahnschrift SemiLight" panose="020B0502040204020203" charset="0"/>
                <a:cs typeface="Bahnschrift SemiLight" panose="020B0502040204020203" charset="0"/>
              </a:rPr>
              <a:t>The AI-Powered Resume &amp; Portfolio Builder successfully automates the process of resume creation using Generative AI. The system reduces manual effort, improves formatting quality, and generates professional, industry-ready resumes within seconds. By integrating Streamlit with the Gemini API, the application provides a simple, efficient, and accessible solution for students to create high-quality resumes.</a:t>
            </a:r>
            <a:endParaRPr lang="en-US" altLang="en-US" sz="2400">
              <a:latin typeface="Bahnschrift SemiLight" panose="020B0502040204020203" charset="0"/>
              <a:cs typeface="Bahnschrift SemiLight" panose="020B0502040204020203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1"/>
          <p:cNvSpPr txBox="1"/>
          <p:nvPr/>
        </p:nvSpPr>
        <p:spPr>
          <a:xfrm>
            <a:off x="535670" y="844659"/>
            <a:ext cx="11029500" cy="5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7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anose="020B0604020202020204"/>
              <a:buNone/>
            </a:pPr>
            <a:r>
              <a:rPr lang="en-US" sz="4400" b="1" cap="none">
                <a:solidFill>
                  <a:schemeClr val="accen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FUTURE SCOPE</a:t>
            </a:r>
            <a:endParaRPr lang="en-US" sz="4400" b="1" cap="none">
              <a:solidFill>
                <a:schemeClr val="accen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59" name="Google Shape;159;p21"/>
          <p:cNvSpPr/>
          <p:nvPr/>
        </p:nvSpPr>
        <p:spPr>
          <a:xfrm>
            <a:off x="778933" y="2990334"/>
            <a:ext cx="328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.</a:t>
            </a:r>
            <a:endParaRPr lang="en-US" sz="18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" name="Text Box 0"/>
          <p:cNvSpPr txBox="1"/>
          <p:nvPr/>
        </p:nvSpPr>
        <p:spPr>
          <a:xfrm>
            <a:off x="1487170" y="1618615"/>
            <a:ext cx="8849995" cy="429768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en-US" sz="2400">
                <a:latin typeface="Bahnschrift SemiLight" panose="020B0502040204020203" charset="0"/>
                <a:cs typeface="Bahnschrift SemiLight" panose="020B0502040204020203" charset="0"/>
              </a:rPr>
              <a:t>Add PDF and DOCX download options</a:t>
            </a:r>
            <a:endParaRPr lang="en-US" altLang="en-US" sz="2400">
              <a:latin typeface="Bahnschrift SemiLight" panose="020B0502040204020203" charset="0"/>
              <a:cs typeface="Bahnschrift SemiLight" panose="020B0502040204020203" charset="0"/>
            </a:endParaRPr>
          </a:p>
          <a:p>
            <a:r>
              <a:rPr lang="en-US" altLang="en-US" sz="2400">
                <a:latin typeface="Bahnschrift SemiLight" panose="020B0502040204020203" charset="0"/>
                <a:cs typeface="Bahnschrift SemiLight" panose="020B0502040204020203" charset="0"/>
              </a:rPr>
              <a:t>Provide multiple resume templates and themes</a:t>
            </a:r>
            <a:endParaRPr lang="en-US" altLang="en-US" sz="2400">
              <a:latin typeface="Bahnschrift SemiLight" panose="020B0502040204020203" charset="0"/>
              <a:cs typeface="Bahnschrift SemiLight" panose="020B0502040204020203" charset="0"/>
            </a:endParaRPr>
          </a:p>
          <a:p>
            <a:r>
              <a:rPr lang="en-US" altLang="en-US" sz="2400">
                <a:latin typeface="Bahnschrift SemiLight" panose="020B0502040204020203" charset="0"/>
                <a:cs typeface="Bahnschrift SemiLight" panose="020B0502040204020203" charset="0"/>
              </a:rPr>
              <a:t>Implement ATS (Applicant Tracking System) optimization</a:t>
            </a:r>
            <a:endParaRPr lang="en-US" altLang="en-US" sz="2400">
              <a:latin typeface="Bahnschrift SemiLight" panose="020B0502040204020203" charset="0"/>
              <a:cs typeface="Bahnschrift SemiLight" panose="020B0502040204020203" charset="0"/>
            </a:endParaRPr>
          </a:p>
          <a:p>
            <a:r>
              <a:rPr lang="en-US" altLang="en-US" sz="2400">
                <a:latin typeface="Bahnschrift SemiLight" panose="020B0502040204020203" charset="0"/>
                <a:cs typeface="Bahnschrift SemiLight" panose="020B0502040204020203" charset="0"/>
              </a:rPr>
              <a:t>Add grammar and skill enhancement suggestions</a:t>
            </a:r>
            <a:endParaRPr lang="en-US" altLang="en-US" sz="2400">
              <a:latin typeface="Bahnschrift SemiLight" panose="020B0502040204020203" charset="0"/>
              <a:cs typeface="Bahnschrift SemiLight" panose="020B0502040204020203" charset="0"/>
            </a:endParaRPr>
          </a:p>
          <a:p>
            <a:r>
              <a:rPr lang="en-US" altLang="en-US" sz="2400">
                <a:latin typeface="Bahnschrift SemiLight" panose="020B0502040204020203" charset="0"/>
                <a:cs typeface="Bahnschrift SemiLight" panose="020B0502040204020203" charset="0"/>
              </a:rPr>
              <a:t>Enable portfolio website auto-generation</a:t>
            </a:r>
            <a:endParaRPr lang="en-US" altLang="en-US" sz="2400">
              <a:latin typeface="Bahnschrift SemiLight" panose="020B0502040204020203" charset="0"/>
              <a:cs typeface="Bahnschrift SemiLight" panose="020B0502040204020203" charset="0"/>
            </a:endParaRPr>
          </a:p>
          <a:p>
            <a:r>
              <a:rPr lang="en-US" altLang="en-US" sz="2400">
                <a:latin typeface="Bahnschrift SemiLight" panose="020B0502040204020203" charset="0"/>
                <a:cs typeface="Bahnschrift SemiLight" panose="020B0502040204020203" charset="0"/>
              </a:rPr>
              <a:t>Store user data securely with login authentication</a:t>
            </a:r>
            <a:endParaRPr lang="en-US" altLang="en-US" sz="2400">
              <a:latin typeface="Bahnschrift SemiLight" panose="020B0502040204020203" charset="0"/>
              <a:cs typeface="Bahnschrift SemiLight" panose="020B0502040204020203" charset="0"/>
            </a:endParaRPr>
          </a:p>
          <a:p>
            <a:r>
              <a:rPr lang="en-US" altLang="en-US" sz="2400">
                <a:latin typeface="Bahnschrift SemiLight" panose="020B0502040204020203" charset="0"/>
                <a:cs typeface="Bahnschrift SemiLight" panose="020B0502040204020203" charset="0"/>
              </a:rPr>
              <a:t>Deploy as a mobile-friendly web application</a:t>
            </a:r>
            <a:endParaRPr lang="en-US" sz="2400">
              <a:latin typeface="Bahnschrift SemiLight" panose="020B0502040204020203" charset="0"/>
              <a:cs typeface="Bahnschrift SemiLight" panose="020B0502040204020203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2"/>
          <p:cNvSpPr txBox="1"/>
          <p:nvPr>
            <p:ph type="title"/>
          </p:nvPr>
        </p:nvSpPr>
        <p:spPr>
          <a:xfrm>
            <a:off x="581192" y="702156"/>
            <a:ext cx="11029500" cy="5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anose="020B0604020202020204"/>
              <a:buNone/>
            </a:pPr>
            <a:r>
              <a:rPr lang="en-US" sz="4400" b="1">
                <a:solidFill>
                  <a:schemeClr val="accen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REFERENCES</a:t>
            </a:r>
            <a:endParaRPr lang="en-US" sz="4400" b="1">
              <a:solidFill>
                <a:schemeClr val="accen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65" name="Google Shape;165;p22"/>
          <p:cNvSpPr txBox="1"/>
          <p:nvPr/>
        </p:nvSpPr>
        <p:spPr>
          <a:xfrm>
            <a:off x="668655" y="1346835"/>
            <a:ext cx="11214735" cy="4777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66" name="Google Shape;166;p22"/>
          <p:cNvSpPr txBox="1"/>
          <p:nvPr/>
        </p:nvSpPr>
        <p:spPr>
          <a:xfrm>
            <a:off x="262890" y="1268730"/>
            <a:ext cx="11569700" cy="4408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400">
                <a:solidFill>
                  <a:schemeClr val="dk1"/>
                </a:solidFill>
                <a:latin typeface="Bahnschrift SemiLight" panose="020B0502040204020203" charset="0"/>
                <a:ea typeface="Libre Franklin"/>
                <a:cs typeface="Bahnschrift SemiLight" panose="020B0502040204020203" charset="0"/>
                <a:sym typeface="Libre Franklin"/>
              </a:rPr>
              <a:t>Google Gemini API Documentation</a:t>
            </a:r>
            <a:endParaRPr lang="en-US" altLang="en-US" sz="2400">
              <a:solidFill>
                <a:schemeClr val="dk1"/>
              </a:solidFill>
              <a:latin typeface="Bahnschrift SemiLight" panose="020B0502040204020203" charset="0"/>
              <a:ea typeface="Libre Franklin"/>
              <a:cs typeface="Bahnschrift SemiLight" panose="020B0502040204020203" charset="0"/>
              <a:sym typeface="Libre Frankli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400">
                <a:solidFill>
                  <a:schemeClr val="dk1"/>
                </a:solidFill>
                <a:latin typeface="Bahnschrift SemiLight" panose="020B0502040204020203" charset="0"/>
                <a:ea typeface="Libre Franklin"/>
                <a:cs typeface="Bahnschrift SemiLight" panose="020B0502040204020203" charset="0"/>
                <a:sym typeface="Libre Franklin"/>
              </a:rPr>
              <a:t>Streamlit Official Documentation</a:t>
            </a:r>
            <a:endParaRPr lang="en-US" altLang="en-US" sz="2400">
              <a:solidFill>
                <a:schemeClr val="dk1"/>
              </a:solidFill>
              <a:latin typeface="Bahnschrift SemiLight" panose="020B0502040204020203" charset="0"/>
              <a:ea typeface="Libre Franklin"/>
              <a:cs typeface="Bahnschrift SemiLight" panose="020B0502040204020203" charset="0"/>
              <a:sym typeface="Libre Frankli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400">
                <a:solidFill>
                  <a:schemeClr val="dk1"/>
                </a:solidFill>
                <a:latin typeface="Bahnschrift SemiLight" panose="020B0502040204020203" charset="0"/>
                <a:ea typeface="Libre Franklin"/>
                <a:cs typeface="Bahnschrift SemiLight" panose="020B0502040204020203" charset="0"/>
                <a:sym typeface="Libre Franklin"/>
              </a:rPr>
              <a:t>Python Programming Language Documentation</a:t>
            </a:r>
            <a:endParaRPr lang="en-US" altLang="en-US" sz="2400">
              <a:solidFill>
                <a:schemeClr val="dk1"/>
              </a:solidFill>
              <a:latin typeface="Bahnschrift SemiLight" panose="020B0502040204020203" charset="0"/>
              <a:ea typeface="Libre Franklin"/>
              <a:cs typeface="Bahnschrift SemiLight" panose="020B0502040204020203" charset="0"/>
              <a:sym typeface="Libre Frankli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400">
                <a:solidFill>
                  <a:schemeClr val="dk1"/>
                </a:solidFill>
                <a:latin typeface="Bahnschrift SemiLight" panose="020B0502040204020203" charset="0"/>
                <a:ea typeface="Libre Franklin"/>
                <a:cs typeface="Bahnschrift SemiLight" panose="020B0502040204020203" charset="0"/>
                <a:sym typeface="Libre Franklin"/>
              </a:rPr>
              <a:t>Generative AI Concepts – OpenAI &amp; Google AI Resources</a:t>
            </a:r>
            <a:endParaRPr lang="en-US" altLang="en-US" sz="2400">
              <a:solidFill>
                <a:schemeClr val="dk1"/>
              </a:solidFill>
              <a:latin typeface="Bahnschrift SemiLight" panose="020B0502040204020203" charset="0"/>
              <a:ea typeface="Libre Franklin"/>
              <a:cs typeface="Bahnschrift SemiLight" panose="020B0502040204020203" charset="0"/>
              <a:sym typeface="Libre Frankli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400">
                <a:solidFill>
                  <a:schemeClr val="dk1"/>
                </a:solidFill>
                <a:latin typeface="Bahnschrift SemiLight" panose="020B0502040204020203" charset="0"/>
                <a:ea typeface="Libre Franklin"/>
                <a:cs typeface="Bahnschrift SemiLight" panose="020B0502040204020203" charset="0"/>
                <a:sym typeface="Libre Franklin"/>
              </a:rPr>
              <a:t>Research articles on AI-based content generation</a:t>
            </a:r>
            <a:endParaRPr sz="2400">
              <a:solidFill>
                <a:schemeClr val="dk1"/>
              </a:solidFill>
              <a:latin typeface="Bahnschrift SemiLight" panose="020B0502040204020203" charset="0"/>
              <a:ea typeface="Libre Franklin"/>
              <a:cs typeface="Bahnschrift SemiLight" panose="020B0502040204020203" charset="0"/>
              <a:sym typeface="Libre Frankli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3"/>
          <p:cNvSpPr txBox="1"/>
          <p:nvPr>
            <p:ph type="title"/>
          </p:nvPr>
        </p:nvSpPr>
        <p:spPr>
          <a:xfrm>
            <a:off x="581192" y="702156"/>
            <a:ext cx="11029500" cy="5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Franklin Gothic"/>
              <a:buNone/>
            </a:pPr>
            <a:r>
              <a:rPr lang="en-US"/>
              <a:t>GITHUB LINK</a:t>
            </a:r>
            <a:endParaRPr lang="en-US"/>
          </a:p>
        </p:txBody>
      </p:sp>
      <p:sp>
        <p:nvSpPr>
          <p:cNvPr id="174" name="Google Shape;174;p23"/>
          <p:cNvSpPr txBox="1"/>
          <p:nvPr>
            <p:ph type="body" idx="1"/>
          </p:nvPr>
        </p:nvSpPr>
        <p:spPr>
          <a:xfrm>
            <a:off x="581192" y="1302026"/>
            <a:ext cx="11029500" cy="467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06070" lvl="0" indent="-30607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564"/>
              <a:buChar char="◼"/>
            </a:pPr>
            <a:r>
              <a:rPr lang="en-US"/>
              <a:t>Github Link :</a:t>
            </a:r>
            <a:r>
              <a:rPr lang="en-US" altLang="en-US"/>
              <a:t>https://github.com/Athmi-S/batch7_aicte_skillsbuild_ATHMI-S-SHETTY.git</a:t>
            </a:r>
            <a:endParaRPr lang="en-US" altLang="en-US"/>
          </a:p>
          <a:p>
            <a:pPr marL="0" lvl="0" indent="0" algn="l" rtl="0">
              <a:lnSpc>
                <a:spcPct val="110000"/>
              </a:lnSpc>
              <a:spcBef>
                <a:spcPts val="940"/>
              </a:spcBef>
              <a:spcAft>
                <a:spcPts val="0"/>
              </a:spcAft>
              <a:buSzPts val="1564"/>
              <a:buNone/>
            </a:pPr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4"/>
          <p:cNvSpPr txBox="1"/>
          <p:nvPr>
            <p:ph type="title"/>
          </p:nvPr>
        </p:nvSpPr>
        <p:spPr>
          <a:xfrm>
            <a:off x="1463041" y="2766218"/>
            <a:ext cx="92988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Arial" panose="020B0604020202020204"/>
              <a:buNone/>
            </a:pPr>
            <a:r>
              <a:rPr lang="en-US" b="1">
                <a:solidFill>
                  <a:srgbClr val="00206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THANK YOU</a:t>
            </a:r>
            <a:endParaRPr lang="en-US" b="1">
              <a:solidFill>
                <a:srgbClr val="00206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Blue II">
      <a:dk1>
        <a:srgbClr val="000000"/>
      </a:dk1>
      <a:lt1>
        <a:srgbClr val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4078</Words>
  <Application>WPS Presentation</Application>
  <PresentationFormat/>
  <Paragraphs>118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43" baseType="lpstr">
      <vt:lpstr>Arial</vt:lpstr>
      <vt:lpstr>SimSun</vt:lpstr>
      <vt:lpstr>Wingdings</vt:lpstr>
      <vt:lpstr>Arial</vt:lpstr>
      <vt:lpstr>Franklin Gothic</vt:lpstr>
      <vt:lpstr>Franklin Gothic Book</vt:lpstr>
      <vt:lpstr>Noto Sans Symbols</vt:lpstr>
      <vt:lpstr>Segoe Print</vt:lpstr>
      <vt:lpstr>Libre Franklin</vt:lpstr>
      <vt:lpstr>Calibri</vt:lpstr>
      <vt:lpstr>Microsoft YaHei</vt:lpstr>
      <vt:lpstr>Arial Unicode MS</vt:lpstr>
      <vt:lpstr>Book Antiqua</vt:lpstr>
      <vt:lpstr>Berlin Sans FB Demi</vt:lpstr>
      <vt:lpstr>Arial Rounded MT Bold</vt:lpstr>
      <vt:lpstr>Bahnschrift Light SemiCondensed</vt:lpstr>
      <vt:lpstr>Bahnschrift Light Condensed</vt:lpstr>
      <vt:lpstr>Bahnschrift SemiBold Condensed</vt:lpstr>
      <vt:lpstr>Bahnschrift SemiCondensed</vt:lpstr>
      <vt:lpstr>Bahnschrift SemiLight</vt:lpstr>
      <vt:lpstr>Bahnschrift SemiBold</vt:lpstr>
      <vt:lpstr>Bahnschrift SemiLight Condensed</vt:lpstr>
      <vt:lpstr>Bahnschrift SemiLight SemiCondensed</vt:lpstr>
      <vt:lpstr>Bauhaus 93</vt:lpstr>
      <vt:lpstr>Bahnschrift Light</vt:lpstr>
      <vt:lpstr>Bahnschrift SemiBold SemiCondensed</vt:lpstr>
      <vt:lpstr>Algerian</vt:lpstr>
      <vt:lpstr>Bodoni MT Black</vt:lpstr>
      <vt:lpstr>Bell MT</vt:lpstr>
      <vt:lpstr>DividendVTI</vt:lpstr>
      <vt:lpstr>PROJECT TITLE</vt:lpstr>
      <vt:lpstr>OUTLINE</vt:lpstr>
      <vt:lpstr>PROBLEM STATEMENT</vt:lpstr>
      <vt:lpstr>PROPOSED SOLUTION</vt:lpstr>
      <vt:lpstr>SYSTEM  APPROACH</vt:lpstr>
      <vt:lpstr>ALGORITHM &amp; DEPLOYMENT</vt:lpstr>
      <vt:lpstr>PowerPoint 演示文稿</vt:lpstr>
      <vt:lpstr>RESULT</vt:lpstr>
      <vt:lpstr>CONCLUSION</vt:lpstr>
      <vt:lpstr>PowerPoint 演示文稿</vt:lpstr>
      <vt:lpstr>REFERENCES</vt:lpstr>
      <vt:lpstr>GITHUB LINK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powered Resume and Portfolio Builder for Students</dc:title>
  <dc:creator/>
  <cp:lastModifiedBy>Athmi Shetty</cp:lastModifiedBy>
  <cp:revision>1</cp:revision>
  <dcterms:created xsi:type="dcterms:W3CDTF">2026-02-27T14:54:50Z</dcterms:created>
  <dcterms:modified xsi:type="dcterms:W3CDTF">2026-02-27T14:54:50Z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A9DCBCD4EA8140FE9D9863B63B08B240_13</vt:lpwstr>
  </property>
  <property fmtid="{D5CDD505-2E9C-101B-9397-08002B2CF9AE}" pid="3" name="KSOProductBuildVer">
    <vt:lpwstr>1033-12.2.0.23196</vt:lpwstr>
  </property>
</Properties>
</file>